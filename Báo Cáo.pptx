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73" r:id="rId5"/>
    <p:sldId id="272" r:id="rId6"/>
    <p:sldId id="285" r:id="rId7"/>
    <p:sldId id="286" r:id="rId8"/>
    <p:sldId id="287" r:id="rId9"/>
    <p:sldId id="274" r:id="rId10"/>
    <p:sldId id="275" r:id="rId11"/>
    <p:sldId id="276" r:id="rId12"/>
    <p:sldId id="277" r:id="rId13"/>
    <p:sldId id="278" r:id="rId14"/>
    <p:sldId id="279" r:id="rId15"/>
    <p:sldId id="280" r:id="rId16"/>
    <p:sldId id="281" r:id="rId17"/>
    <p:sldId id="282" r:id="rId18"/>
    <p:sldId id="283" r:id="rId19"/>
    <p:sldId id="284" r:id="rId20"/>
    <p:sldId id="265" r:id="rId21"/>
    <p:sldId id="266" r:id="rId22"/>
    <p:sldId id="269" r:id="rId23"/>
    <p:sldId id="27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85B"/>
    <a:srgbClr val="CC9B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279F0F-3C11-4F9D-AF6D-256B4AF02B2E}" type="doc">
      <dgm:prSet loTypeId="urn:microsoft.com/office/officeart/2005/8/layout/hierarchy3" loCatId="list" qsTypeId="urn:microsoft.com/office/officeart/2005/8/quickstyle/simple1" qsCatId="simple" csTypeId="urn:microsoft.com/office/officeart/2005/8/colors/accent6_2" csCatId="accent6" phldr="1"/>
      <dgm:spPr/>
      <dgm:t>
        <a:bodyPr/>
        <a:lstStyle/>
        <a:p>
          <a:endParaRPr lang="en-US"/>
        </a:p>
      </dgm:t>
    </dgm:pt>
    <dgm:pt modelId="{1A06E40C-BAED-4C2D-82AF-8830CC4B27B0}">
      <dgm:prSet phldrT="[Text]" custT="1"/>
      <dgm:spPr/>
      <dgm:t>
        <a:bodyPr/>
        <a:lstStyle/>
        <a:p>
          <a:r>
            <a:rPr lang="en-US" sz="1800" b="1" smtClean="0">
              <a:latin typeface="Times New Roman" panose="02020603050405020304" pitchFamily="18" charset="0"/>
              <a:cs typeface="Times New Roman" panose="02020603050405020304" pitchFamily="18" charset="0"/>
            </a:rPr>
            <a:t>Quản lý nhân viên</a:t>
          </a:r>
          <a:endParaRPr lang="en-US" sz="1800" b="1">
            <a:latin typeface="Times New Roman" panose="02020603050405020304" pitchFamily="18" charset="0"/>
            <a:cs typeface="Times New Roman" panose="02020603050405020304" pitchFamily="18" charset="0"/>
          </a:endParaRPr>
        </a:p>
      </dgm:t>
    </dgm:pt>
    <dgm:pt modelId="{2D08CBD3-34CC-49BF-ABF2-344942DA7748}" type="parTrans" cxnId="{9CD895F7-FF41-4EC1-A68F-A147B6E5DBA0}">
      <dgm:prSet/>
      <dgm:spPr/>
      <dgm:t>
        <a:bodyPr/>
        <a:lstStyle/>
        <a:p>
          <a:endParaRPr lang="en-US" sz="1800">
            <a:latin typeface="Times New Roman" panose="02020603050405020304" pitchFamily="18" charset="0"/>
            <a:cs typeface="Times New Roman" panose="02020603050405020304" pitchFamily="18" charset="0"/>
          </a:endParaRPr>
        </a:p>
      </dgm:t>
    </dgm:pt>
    <dgm:pt modelId="{B0301B55-E4CF-4D91-8BE5-0B704F9DBE91}" type="sibTrans" cxnId="{9CD895F7-FF41-4EC1-A68F-A147B6E5DBA0}">
      <dgm:prSet/>
      <dgm:spPr/>
      <dgm:t>
        <a:bodyPr/>
        <a:lstStyle/>
        <a:p>
          <a:endParaRPr lang="en-US" sz="1800">
            <a:latin typeface="Times New Roman" panose="02020603050405020304" pitchFamily="18" charset="0"/>
            <a:cs typeface="Times New Roman" panose="02020603050405020304" pitchFamily="18" charset="0"/>
          </a:endParaRPr>
        </a:p>
      </dgm:t>
    </dgm:pt>
    <dgm:pt modelId="{A64886A4-8C5B-49BC-97EF-15F53CD10C49}">
      <dgm:prSet phldrT="[Text]" custT="1"/>
      <dgm:spPr/>
      <dgm:t>
        <a:bodyPr/>
        <a:lstStyle/>
        <a:p>
          <a:r>
            <a:rPr lang="en-US" sz="1800" smtClean="0">
              <a:latin typeface="Times New Roman" panose="02020603050405020304" pitchFamily="18" charset="0"/>
              <a:cs typeface="Times New Roman" panose="02020603050405020304" pitchFamily="18" charset="0"/>
            </a:rPr>
            <a:t>Thêm nhân viên</a:t>
          </a:r>
          <a:endParaRPr lang="en-US" sz="1800">
            <a:latin typeface="Times New Roman" panose="02020603050405020304" pitchFamily="18" charset="0"/>
            <a:cs typeface="Times New Roman" panose="02020603050405020304" pitchFamily="18" charset="0"/>
          </a:endParaRPr>
        </a:p>
      </dgm:t>
    </dgm:pt>
    <dgm:pt modelId="{6CD1527C-4854-4EE0-B270-5B349089E589}" type="parTrans" cxnId="{7C3E91E7-847E-40C8-BCA0-351F76EC1A94}">
      <dgm:prSet/>
      <dgm:spPr/>
      <dgm:t>
        <a:bodyPr/>
        <a:lstStyle/>
        <a:p>
          <a:endParaRPr lang="en-US" sz="1800">
            <a:latin typeface="Times New Roman" panose="02020603050405020304" pitchFamily="18" charset="0"/>
            <a:cs typeface="Times New Roman" panose="02020603050405020304" pitchFamily="18" charset="0"/>
          </a:endParaRPr>
        </a:p>
      </dgm:t>
    </dgm:pt>
    <dgm:pt modelId="{C85183F7-7DD9-44B2-886C-63C842F45D29}" type="sibTrans" cxnId="{7C3E91E7-847E-40C8-BCA0-351F76EC1A94}">
      <dgm:prSet/>
      <dgm:spPr/>
      <dgm:t>
        <a:bodyPr/>
        <a:lstStyle/>
        <a:p>
          <a:endParaRPr lang="en-US" sz="1800">
            <a:latin typeface="Times New Roman" panose="02020603050405020304" pitchFamily="18" charset="0"/>
            <a:cs typeface="Times New Roman" panose="02020603050405020304" pitchFamily="18" charset="0"/>
          </a:endParaRPr>
        </a:p>
      </dgm:t>
    </dgm:pt>
    <dgm:pt modelId="{5B768CDA-AF24-4AD5-B9D2-F261B106DE97}">
      <dgm:prSet phldrT="[Text]" custT="1"/>
      <dgm:spPr/>
      <dgm:t>
        <a:bodyPr/>
        <a:lstStyle/>
        <a:p>
          <a:r>
            <a:rPr lang="en-US" sz="1800" smtClean="0">
              <a:latin typeface="Times New Roman" panose="02020603050405020304" pitchFamily="18" charset="0"/>
              <a:cs typeface="Times New Roman" panose="02020603050405020304" pitchFamily="18" charset="0"/>
            </a:rPr>
            <a:t>Xóa nhân viên</a:t>
          </a:r>
          <a:endParaRPr lang="en-US" sz="1800">
            <a:latin typeface="Times New Roman" panose="02020603050405020304" pitchFamily="18" charset="0"/>
            <a:cs typeface="Times New Roman" panose="02020603050405020304" pitchFamily="18" charset="0"/>
          </a:endParaRPr>
        </a:p>
      </dgm:t>
    </dgm:pt>
    <dgm:pt modelId="{F036DB96-4587-4971-8046-0DA4577A6D8D}" type="parTrans" cxnId="{1B571B0F-FA45-4BE2-A70C-46B86C95C5C4}">
      <dgm:prSet/>
      <dgm:spPr/>
      <dgm:t>
        <a:bodyPr/>
        <a:lstStyle/>
        <a:p>
          <a:endParaRPr lang="en-US" sz="1800">
            <a:latin typeface="Times New Roman" panose="02020603050405020304" pitchFamily="18" charset="0"/>
            <a:cs typeface="Times New Roman" panose="02020603050405020304" pitchFamily="18" charset="0"/>
          </a:endParaRPr>
        </a:p>
      </dgm:t>
    </dgm:pt>
    <dgm:pt modelId="{821A624E-33C3-4007-89DD-D271D49567C4}" type="sibTrans" cxnId="{1B571B0F-FA45-4BE2-A70C-46B86C95C5C4}">
      <dgm:prSet/>
      <dgm:spPr/>
      <dgm:t>
        <a:bodyPr/>
        <a:lstStyle/>
        <a:p>
          <a:endParaRPr lang="en-US" sz="1800">
            <a:latin typeface="Times New Roman" panose="02020603050405020304" pitchFamily="18" charset="0"/>
            <a:cs typeface="Times New Roman" panose="02020603050405020304" pitchFamily="18" charset="0"/>
          </a:endParaRPr>
        </a:p>
      </dgm:t>
    </dgm:pt>
    <dgm:pt modelId="{C99355F2-2163-402D-A3DC-3651C50B8A31}">
      <dgm:prSet phldrT="[Text]" custT="1"/>
      <dgm:spPr/>
      <dgm:t>
        <a:bodyPr/>
        <a:lstStyle/>
        <a:p>
          <a:r>
            <a:rPr lang="en-US" sz="1800" b="1" smtClean="0">
              <a:latin typeface="Times New Roman" panose="02020603050405020304" pitchFamily="18" charset="0"/>
              <a:cs typeface="Times New Roman" panose="02020603050405020304" pitchFamily="18" charset="0"/>
            </a:rPr>
            <a:t>Quản lý chức vụ</a:t>
          </a:r>
          <a:endParaRPr lang="en-US" sz="1800" b="1">
            <a:latin typeface="Times New Roman" panose="02020603050405020304" pitchFamily="18" charset="0"/>
            <a:cs typeface="Times New Roman" panose="02020603050405020304" pitchFamily="18" charset="0"/>
          </a:endParaRPr>
        </a:p>
      </dgm:t>
    </dgm:pt>
    <dgm:pt modelId="{C372D3CE-0DC9-46D1-ADDE-4C109CEFD4FA}" type="parTrans" cxnId="{E0100377-FBE8-40EE-B9F2-C7129AA9737F}">
      <dgm:prSet/>
      <dgm:spPr/>
      <dgm:t>
        <a:bodyPr/>
        <a:lstStyle/>
        <a:p>
          <a:endParaRPr lang="en-US" sz="1800">
            <a:latin typeface="Times New Roman" panose="02020603050405020304" pitchFamily="18" charset="0"/>
            <a:cs typeface="Times New Roman" panose="02020603050405020304" pitchFamily="18" charset="0"/>
          </a:endParaRPr>
        </a:p>
      </dgm:t>
    </dgm:pt>
    <dgm:pt modelId="{B3410118-29AC-40C4-AD5B-2B08B11B13E7}" type="sibTrans" cxnId="{E0100377-FBE8-40EE-B9F2-C7129AA9737F}">
      <dgm:prSet/>
      <dgm:spPr/>
      <dgm:t>
        <a:bodyPr/>
        <a:lstStyle/>
        <a:p>
          <a:endParaRPr lang="en-US" sz="1800">
            <a:latin typeface="Times New Roman" panose="02020603050405020304" pitchFamily="18" charset="0"/>
            <a:cs typeface="Times New Roman" panose="02020603050405020304" pitchFamily="18" charset="0"/>
          </a:endParaRPr>
        </a:p>
      </dgm:t>
    </dgm:pt>
    <dgm:pt modelId="{5B3EE052-63F8-4230-9753-DFA01A825735}">
      <dgm:prSet phldrT="[Text]" custT="1"/>
      <dgm:spPr/>
      <dgm:t>
        <a:bodyPr/>
        <a:lstStyle/>
        <a:p>
          <a:r>
            <a:rPr lang="en-US" sz="1800" smtClean="0">
              <a:latin typeface="Times New Roman" panose="02020603050405020304" pitchFamily="18" charset="0"/>
              <a:cs typeface="Times New Roman" panose="02020603050405020304" pitchFamily="18" charset="0"/>
            </a:rPr>
            <a:t>Thêm chức vụ</a:t>
          </a:r>
          <a:endParaRPr lang="en-US" sz="1800">
            <a:latin typeface="Times New Roman" panose="02020603050405020304" pitchFamily="18" charset="0"/>
            <a:cs typeface="Times New Roman" panose="02020603050405020304" pitchFamily="18" charset="0"/>
          </a:endParaRPr>
        </a:p>
      </dgm:t>
    </dgm:pt>
    <dgm:pt modelId="{ED4803CA-10EB-4A3F-AF07-F4F4976C0F5E}" type="parTrans" cxnId="{406882E1-5352-4760-9873-383C59C8427E}">
      <dgm:prSet/>
      <dgm:spPr/>
      <dgm:t>
        <a:bodyPr/>
        <a:lstStyle/>
        <a:p>
          <a:endParaRPr lang="en-US" sz="1800">
            <a:latin typeface="Times New Roman" panose="02020603050405020304" pitchFamily="18" charset="0"/>
            <a:cs typeface="Times New Roman" panose="02020603050405020304" pitchFamily="18" charset="0"/>
          </a:endParaRPr>
        </a:p>
      </dgm:t>
    </dgm:pt>
    <dgm:pt modelId="{73558C1F-6314-4FD2-B06B-8D720BDB69E8}" type="sibTrans" cxnId="{406882E1-5352-4760-9873-383C59C8427E}">
      <dgm:prSet/>
      <dgm:spPr/>
      <dgm:t>
        <a:bodyPr/>
        <a:lstStyle/>
        <a:p>
          <a:endParaRPr lang="en-US" sz="1800">
            <a:latin typeface="Times New Roman" panose="02020603050405020304" pitchFamily="18" charset="0"/>
            <a:cs typeface="Times New Roman" panose="02020603050405020304" pitchFamily="18" charset="0"/>
          </a:endParaRPr>
        </a:p>
      </dgm:t>
    </dgm:pt>
    <dgm:pt modelId="{773957F3-319F-4A00-97C2-C5F9305D44A8}">
      <dgm:prSet phldrT="[Text]" custT="1"/>
      <dgm:spPr/>
      <dgm:t>
        <a:bodyPr/>
        <a:lstStyle/>
        <a:p>
          <a:r>
            <a:rPr lang="en-US" sz="1800" smtClean="0">
              <a:latin typeface="Times New Roman" panose="02020603050405020304" pitchFamily="18" charset="0"/>
              <a:cs typeface="Times New Roman" panose="02020603050405020304" pitchFamily="18" charset="0"/>
            </a:rPr>
            <a:t>Sửa nhân viên</a:t>
          </a:r>
          <a:endParaRPr lang="en-US" sz="1800">
            <a:latin typeface="Times New Roman" panose="02020603050405020304" pitchFamily="18" charset="0"/>
            <a:cs typeface="Times New Roman" panose="02020603050405020304" pitchFamily="18" charset="0"/>
          </a:endParaRPr>
        </a:p>
      </dgm:t>
    </dgm:pt>
    <dgm:pt modelId="{589FB672-F80E-4741-B3DB-E9B6E2E60112}" type="parTrans" cxnId="{6845FE06-5EFB-441D-84B6-37A7A3771936}">
      <dgm:prSet/>
      <dgm:spPr/>
      <dgm:t>
        <a:bodyPr/>
        <a:lstStyle/>
        <a:p>
          <a:endParaRPr lang="en-US" sz="1800">
            <a:latin typeface="Times New Roman" panose="02020603050405020304" pitchFamily="18" charset="0"/>
            <a:cs typeface="Times New Roman" panose="02020603050405020304" pitchFamily="18" charset="0"/>
          </a:endParaRPr>
        </a:p>
      </dgm:t>
    </dgm:pt>
    <dgm:pt modelId="{19F03227-1EBA-49EB-B550-036D2A290995}" type="sibTrans" cxnId="{6845FE06-5EFB-441D-84B6-37A7A3771936}">
      <dgm:prSet/>
      <dgm:spPr/>
      <dgm:t>
        <a:bodyPr/>
        <a:lstStyle/>
        <a:p>
          <a:endParaRPr lang="en-US" sz="1800">
            <a:latin typeface="Times New Roman" panose="02020603050405020304" pitchFamily="18" charset="0"/>
            <a:cs typeface="Times New Roman" panose="02020603050405020304" pitchFamily="18" charset="0"/>
          </a:endParaRPr>
        </a:p>
      </dgm:t>
    </dgm:pt>
    <dgm:pt modelId="{E8547A9A-4C01-467E-A268-D968B9B2DCA4}">
      <dgm:prSet custT="1"/>
      <dgm:spPr/>
      <dgm:t>
        <a:bodyPr/>
        <a:lstStyle/>
        <a:p>
          <a:r>
            <a:rPr lang="en-US" sz="1800" smtClean="0">
              <a:latin typeface="Times New Roman" panose="02020603050405020304" pitchFamily="18" charset="0"/>
              <a:cs typeface="Times New Roman" panose="02020603050405020304" pitchFamily="18" charset="0"/>
            </a:rPr>
            <a:t>Sửa chức vụ</a:t>
          </a:r>
          <a:endParaRPr lang="en-US" sz="1800">
            <a:latin typeface="Times New Roman" panose="02020603050405020304" pitchFamily="18" charset="0"/>
            <a:cs typeface="Times New Roman" panose="02020603050405020304" pitchFamily="18" charset="0"/>
          </a:endParaRPr>
        </a:p>
      </dgm:t>
    </dgm:pt>
    <dgm:pt modelId="{F9861DCD-D1E1-4A38-8F29-1B8515A30B27}" type="parTrans" cxnId="{AF2AA359-5F4B-44E0-AE27-5D10F14CE15D}">
      <dgm:prSet/>
      <dgm:spPr/>
      <dgm:t>
        <a:bodyPr/>
        <a:lstStyle/>
        <a:p>
          <a:endParaRPr lang="en-US" sz="1800">
            <a:latin typeface="Times New Roman" panose="02020603050405020304" pitchFamily="18" charset="0"/>
            <a:cs typeface="Times New Roman" panose="02020603050405020304" pitchFamily="18" charset="0"/>
          </a:endParaRPr>
        </a:p>
      </dgm:t>
    </dgm:pt>
    <dgm:pt modelId="{148F7BD5-1270-4C43-8DCF-CA3CFA225E56}" type="sibTrans" cxnId="{AF2AA359-5F4B-44E0-AE27-5D10F14CE15D}">
      <dgm:prSet/>
      <dgm:spPr/>
      <dgm:t>
        <a:bodyPr/>
        <a:lstStyle/>
        <a:p>
          <a:endParaRPr lang="en-US" sz="1800">
            <a:latin typeface="Times New Roman" panose="02020603050405020304" pitchFamily="18" charset="0"/>
            <a:cs typeface="Times New Roman" panose="02020603050405020304" pitchFamily="18" charset="0"/>
          </a:endParaRPr>
        </a:p>
      </dgm:t>
    </dgm:pt>
    <dgm:pt modelId="{A2C442CF-4F04-4F09-A937-B3C06AD43E7B}">
      <dgm:prSet custT="1"/>
      <dgm:spPr/>
      <dgm:t>
        <a:bodyPr/>
        <a:lstStyle/>
        <a:p>
          <a:r>
            <a:rPr lang="en-US" sz="1800" smtClean="0">
              <a:latin typeface="Times New Roman" panose="02020603050405020304" pitchFamily="18" charset="0"/>
              <a:cs typeface="Times New Roman" panose="02020603050405020304" pitchFamily="18" charset="0"/>
            </a:rPr>
            <a:t>Xóa chức vụ</a:t>
          </a:r>
          <a:endParaRPr lang="en-US" sz="1800">
            <a:latin typeface="Times New Roman" panose="02020603050405020304" pitchFamily="18" charset="0"/>
            <a:cs typeface="Times New Roman" panose="02020603050405020304" pitchFamily="18" charset="0"/>
          </a:endParaRPr>
        </a:p>
      </dgm:t>
    </dgm:pt>
    <dgm:pt modelId="{690BBCF7-76FB-490B-836C-1236D2310D08}" type="parTrans" cxnId="{F7CDA18A-84BF-4247-9BC5-54B7476418A8}">
      <dgm:prSet/>
      <dgm:spPr/>
      <dgm:t>
        <a:bodyPr/>
        <a:lstStyle/>
        <a:p>
          <a:endParaRPr lang="en-US" sz="1800">
            <a:latin typeface="Times New Roman" panose="02020603050405020304" pitchFamily="18" charset="0"/>
            <a:cs typeface="Times New Roman" panose="02020603050405020304" pitchFamily="18" charset="0"/>
          </a:endParaRPr>
        </a:p>
      </dgm:t>
    </dgm:pt>
    <dgm:pt modelId="{CF1E73AB-F97E-4DEE-AFF3-FB3893981CA0}" type="sibTrans" cxnId="{F7CDA18A-84BF-4247-9BC5-54B7476418A8}">
      <dgm:prSet/>
      <dgm:spPr/>
      <dgm:t>
        <a:bodyPr/>
        <a:lstStyle/>
        <a:p>
          <a:endParaRPr lang="en-US" sz="1800">
            <a:latin typeface="Times New Roman" panose="02020603050405020304" pitchFamily="18" charset="0"/>
            <a:cs typeface="Times New Roman" panose="02020603050405020304" pitchFamily="18" charset="0"/>
          </a:endParaRPr>
        </a:p>
      </dgm:t>
    </dgm:pt>
    <dgm:pt modelId="{7C794C83-AA51-40F1-B4CB-C3331ED26488}">
      <dgm:prSet phldrT="[Text]" custT="1"/>
      <dgm:spPr/>
      <dgm:t>
        <a:bodyPr/>
        <a:lstStyle/>
        <a:p>
          <a:r>
            <a:rPr lang="en-US" sz="1800" b="1" smtClean="0">
              <a:latin typeface="Times New Roman" panose="02020603050405020304" pitchFamily="18" charset="0"/>
              <a:cs typeface="Times New Roman" panose="02020603050405020304" pitchFamily="18" charset="0"/>
            </a:rPr>
            <a:t>Quản lý Chấm Công</a:t>
          </a:r>
          <a:endParaRPr lang="en-US" sz="1800" b="1">
            <a:latin typeface="Times New Roman" panose="02020603050405020304" pitchFamily="18" charset="0"/>
            <a:cs typeface="Times New Roman" panose="02020603050405020304" pitchFamily="18" charset="0"/>
          </a:endParaRPr>
        </a:p>
      </dgm:t>
    </dgm:pt>
    <dgm:pt modelId="{F872A7C8-EE2D-4E54-8643-4FE15C77947D}" type="parTrans" cxnId="{AA7268C1-A51F-4284-B2C1-D0A6A1DEBB10}">
      <dgm:prSet/>
      <dgm:spPr/>
      <dgm:t>
        <a:bodyPr/>
        <a:lstStyle/>
        <a:p>
          <a:endParaRPr lang="en-US" sz="1800">
            <a:latin typeface="Times New Roman" panose="02020603050405020304" pitchFamily="18" charset="0"/>
            <a:cs typeface="Times New Roman" panose="02020603050405020304" pitchFamily="18" charset="0"/>
          </a:endParaRPr>
        </a:p>
      </dgm:t>
    </dgm:pt>
    <dgm:pt modelId="{3619AD85-F315-47AE-8EFF-21464446B988}" type="sibTrans" cxnId="{AA7268C1-A51F-4284-B2C1-D0A6A1DEBB10}">
      <dgm:prSet/>
      <dgm:spPr/>
      <dgm:t>
        <a:bodyPr/>
        <a:lstStyle/>
        <a:p>
          <a:endParaRPr lang="en-US" sz="1800">
            <a:latin typeface="Times New Roman" panose="02020603050405020304" pitchFamily="18" charset="0"/>
            <a:cs typeface="Times New Roman" panose="02020603050405020304" pitchFamily="18" charset="0"/>
          </a:endParaRPr>
        </a:p>
      </dgm:t>
    </dgm:pt>
    <dgm:pt modelId="{36286039-BA57-4431-83D2-FE628B4B4B20}">
      <dgm:prSet phldrT="[Text]" custT="1"/>
      <dgm:spPr/>
      <dgm:t>
        <a:bodyPr/>
        <a:lstStyle/>
        <a:p>
          <a:r>
            <a:rPr lang="en-US" sz="1800" smtClean="0">
              <a:latin typeface="Times New Roman" panose="02020603050405020304" pitchFamily="18" charset="0"/>
              <a:cs typeface="Times New Roman" panose="02020603050405020304" pitchFamily="18" charset="0"/>
            </a:rPr>
            <a:t>Thêm Chấm Công</a:t>
          </a:r>
          <a:endParaRPr lang="en-US" sz="1800">
            <a:latin typeface="Times New Roman" panose="02020603050405020304" pitchFamily="18" charset="0"/>
            <a:cs typeface="Times New Roman" panose="02020603050405020304" pitchFamily="18" charset="0"/>
          </a:endParaRPr>
        </a:p>
      </dgm:t>
    </dgm:pt>
    <dgm:pt modelId="{8647B786-C579-4866-83DC-2CDACB85A702}" type="parTrans" cxnId="{A837DA7A-9B08-4288-9155-C7E2F0581142}">
      <dgm:prSet/>
      <dgm:spPr/>
      <dgm:t>
        <a:bodyPr/>
        <a:lstStyle/>
        <a:p>
          <a:endParaRPr lang="en-US" sz="1800">
            <a:latin typeface="Times New Roman" panose="02020603050405020304" pitchFamily="18" charset="0"/>
            <a:cs typeface="Times New Roman" panose="02020603050405020304" pitchFamily="18" charset="0"/>
          </a:endParaRPr>
        </a:p>
      </dgm:t>
    </dgm:pt>
    <dgm:pt modelId="{D3BE7909-1800-4B9B-8D5A-746349CA054C}" type="sibTrans" cxnId="{A837DA7A-9B08-4288-9155-C7E2F0581142}">
      <dgm:prSet/>
      <dgm:spPr/>
      <dgm:t>
        <a:bodyPr/>
        <a:lstStyle/>
        <a:p>
          <a:endParaRPr lang="en-US" sz="1800">
            <a:latin typeface="Times New Roman" panose="02020603050405020304" pitchFamily="18" charset="0"/>
            <a:cs typeface="Times New Roman" panose="02020603050405020304" pitchFamily="18" charset="0"/>
          </a:endParaRPr>
        </a:p>
      </dgm:t>
    </dgm:pt>
    <dgm:pt modelId="{A9AE5224-0C9D-41BC-BD51-D170C2AD6A98}">
      <dgm:prSet custT="1"/>
      <dgm:spPr/>
      <dgm:t>
        <a:bodyPr/>
        <a:lstStyle/>
        <a:p>
          <a:r>
            <a:rPr lang="en-US" sz="1800" smtClean="0">
              <a:latin typeface="Times New Roman" panose="02020603050405020304" pitchFamily="18" charset="0"/>
              <a:cs typeface="Times New Roman" panose="02020603050405020304" pitchFamily="18" charset="0"/>
            </a:rPr>
            <a:t>Xóa Chấm Công</a:t>
          </a:r>
          <a:endParaRPr lang="en-US" sz="1800">
            <a:latin typeface="Times New Roman" panose="02020603050405020304" pitchFamily="18" charset="0"/>
            <a:cs typeface="Times New Roman" panose="02020603050405020304" pitchFamily="18" charset="0"/>
          </a:endParaRPr>
        </a:p>
      </dgm:t>
    </dgm:pt>
    <dgm:pt modelId="{668FAB2F-BD4C-4BF2-AAF6-B8792AFB7149}" type="parTrans" cxnId="{AB88D93A-C8CB-40E9-867F-E4AD541DB944}">
      <dgm:prSet/>
      <dgm:spPr/>
      <dgm:t>
        <a:bodyPr/>
        <a:lstStyle/>
        <a:p>
          <a:endParaRPr lang="en-US" sz="1800">
            <a:latin typeface="Times New Roman" panose="02020603050405020304" pitchFamily="18" charset="0"/>
            <a:cs typeface="Times New Roman" panose="02020603050405020304" pitchFamily="18" charset="0"/>
          </a:endParaRPr>
        </a:p>
      </dgm:t>
    </dgm:pt>
    <dgm:pt modelId="{BB82AD1E-D6B1-46C4-8FF0-908D30A8B9A5}" type="sibTrans" cxnId="{AB88D93A-C8CB-40E9-867F-E4AD541DB944}">
      <dgm:prSet/>
      <dgm:spPr/>
      <dgm:t>
        <a:bodyPr/>
        <a:lstStyle/>
        <a:p>
          <a:endParaRPr lang="en-US" sz="1800">
            <a:latin typeface="Times New Roman" panose="02020603050405020304" pitchFamily="18" charset="0"/>
            <a:cs typeface="Times New Roman" panose="02020603050405020304" pitchFamily="18" charset="0"/>
          </a:endParaRPr>
        </a:p>
      </dgm:t>
    </dgm:pt>
    <dgm:pt modelId="{D291877B-6E9D-4377-B54E-7B9FF846E4C2}">
      <dgm:prSet phldrT="[Text]" custT="1"/>
      <dgm:spPr/>
      <dgm:t>
        <a:bodyPr/>
        <a:lstStyle/>
        <a:p>
          <a:r>
            <a:rPr lang="en-US" sz="1800" b="1" smtClean="0">
              <a:latin typeface="Times New Roman" panose="02020603050405020304" pitchFamily="18" charset="0"/>
              <a:cs typeface="Times New Roman" panose="02020603050405020304" pitchFamily="18" charset="0"/>
            </a:rPr>
            <a:t>Quản lý thưởng phạt</a:t>
          </a:r>
          <a:endParaRPr lang="en-US" sz="1800" b="1">
            <a:latin typeface="Times New Roman" panose="02020603050405020304" pitchFamily="18" charset="0"/>
            <a:cs typeface="Times New Roman" panose="02020603050405020304" pitchFamily="18" charset="0"/>
          </a:endParaRPr>
        </a:p>
      </dgm:t>
    </dgm:pt>
    <dgm:pt modelId="{AD205266-69A3-4483-808F-CD541C040CD6}" type="parTrans" cxnId="{8A349A60-ACBC-418A-A9E1-3FA83602EB6C}">
      <dgm:prSet/>
      <dgm:spPr/>
      <dgm:t>
        <a:bodyPr/>
        <a:lstStyle/>
        <a:p>
          <a:endParaRPr lang="en-US" sz="1800">
            <a:latin typeface="Times New Roman" panose="02020603050405020304" pitchFamily="18" charset="0"/>
            <a:cs typeface="Times New Roman" panose="02020603050405020304" pitchFamily="18" charset="0"/>
          </a:endParaRPr>
        </a:p>
      </dgm:t>
    </dgm:pt>
    <dgm:pt modelId="{39211B6E-7506-4ABA-ACCD-1CD06326EBDA}" type="sibTrans" cxnId="{8A349A60-ACBC-418A-A9E1-3FA83602EB6C}">
      <dgm:prSet/>
      <dgm:spPr/>
      <dgm:t>
        <a:bodyPr/>
        <a:lstStyle/>
        <a:p>
          <a:endParaRPr lang="en-US" sz="1800">
            <a:latin typeface="Times New Roman" panose="02020603050405020304" pitchFamily="18" charset="0"/>
            <a:cs typeface="Times New Roman" panose="02020603050405020304" pitchFamily="18" charset="0"/>
          </a:endParaRPr>
        </a:p>
      </dgm:t>
    </dgm:pt>
    <dgm:pt modelId="{6D52765F-D660-4FF1-896F-251F358961EE}">
      <dgm:prSet phldrT="[Text]" custT="1"/>
      <dgm:spPr/>
      <dgm:t>
        <a:bodyPr/>
        <a:lstStyle/>
        <a:p>
          <a:r>
            <a:rPr lang="en-US" sz="1800" smtClean="0">
              <a:latin typeface="Times New Roman" panose="02020603050405020304" pitchFamily="18" charset="0"/>
              <a:cs typeface="Times New Roman" panose="02020603050405020304" pitchFamily="18" charset="0"/>
            </a:rPr>
            <a:t>Thêm thưởng phạt</a:t>
          </a:r>
          <a:endParaRPr lang="en-US" sz="1800">
            <a:latin typeface="Times New Roman" panose="02020603050405020304" pitchFamily="18" charset="0"/>
            <a:cs typeface="Times New Roman" panose="02020603050405020304" pitchFamily="18" charset="0"/>
          </a:endParaRPr>
        </a:p>
      </dgm:t>
    </dgm:pt>
    <dgm:pt modelId="{05F7F65E-F17E-44E7-A07D-131ED72FAB5B}" type="parTrans" cxnId="{8BB85127-38E5-48E5-93CC-C57B46F5AFBB}">
      <dgm:prSet/>
      <dgm:spPr/>
      <dgm:t>
        <a:bodyPr/>
        <a:lstStyle/>
        <a:p>
          <a:endParaRPr lang="en-US" sz="1800">
            <a:latin typeface="Times New Roman" panose="02020603050405020304" pitchFamily="18" charset="0"/>
            <a:cs typeface="Times New Roman" panose="02020603050405020304" pitchFamily="18" charset="0"/>
          </a:endParaRPr>
        </a:p>
      </dgm:t>
    </dgm:pt>
    <dgm:pt modelId="{CB6A80C7-C1B4-4B61-A750-F47E1828D108}" type="sibTrans" cxnId="{8BB85127-38E5-48E5-93CC-C57B46F5AFBB}">
      <dgm:prSet/>
      <dgm:spPr/>
      <dgm:t>
        <a:bodyPr/>
        <a:lstStyle/>
        <a:p>
          <a:endParaRPr lang="en-US" sz="1800">
            <a:latin typeface="Times New Roman" panose="02020603050405020304" pitchFamily="18" charset="0"/>
            <a:cs typeface="Times New Roman" panose="02020603050405020304" pitchFamily="18" charset="0"/>
          </a:endParaRPr>
        </a:p>
      </dgm:t>
    </dgm:pt>
    <dgm:pt modelId="{B98D6FB5-A2C4-43BE-84BC-6E3A8C5EA279}">
      <dgm:prSet custT="1"/>
      <dgm:spPr/>
      <dgm:t>
        <a:bodyPr/>
        <a:lstStyle/>
        <a:p>
          <a:r>
            <a:rPr lang="en-US" sz="1800" smtClean="0">
              <a:latin typeface="Times New Roman" panose="02020603050405020304" pitchFamily="18" charset="0"/>
              <a:cs typeface="Times New Roman" panose="02020603050405020304" pitchFamily="18" charset="0"/>
            </a:rPr>
            <a:t>Sửa thưởng phạt</a:t>
          </a:r>
          <a:endParaRPr lang="en-US" sz="1800">
            <a:latin typeface="Times New Roman" panose="02020603050405020304" pitchFamily="18" charset="0"/>
            <a:cs typeface="Times New Roman" panose="02020603050405020304" pitchFamily="18" charset="0"/>
          </a:endParaRPr>
        </a:p>
      </dgm:t>
    </dgm:pt>
    <dgm:pt modelId="{262530EA-4BA9-428F-B396-576983948E93}" type="parTrans" cxnId="{7ABFDF5C-93DA-4108-B3B5-026608EA39A5}">
      <dgm:prSet/>
      <dgm:spPr/>
      <dgm:t>
        <a:bodyPr/>
        <a:lstStyle/>
        <a:p>
          <a:endParaRPr lang="en-US" sz="1800">
            <a:latin typeface="Times New Roman" panose="02020603050405020304" pitchFamily="18" charset="0"/>
            <a:cs typeface="Times New Roman" panose="02020603050405020304" pitchFamily="18" charset="0"/>
          </a:endParaRPr>
        </a:p>
      </dgm:t>
    </dgm:pt>
    <dgm:pt modelId="{1B4CDB07-D42E-47BE-A672-E380CECA835D}" type="sibTrans" cxnId="{7ABFDF5C-93DA-4108-B3B5-026608EA39A5}">
      <dgm:prSet/>
      <dgm:spPr/>
      <dgm:t>
        <a:bodyPr/>
        <a:lstStyle/>
        <a:p>
          <a:endParaRPr lang="en-US" sz="1800">
            <a:latin typeface="Times New Roman" panose="02020603050405020304" pitchFamily="18" charset="0"/>
            <a:cs typeface="Times New Roman" panose="02020603050405020304" pitchFamily="18" charset="0"/>
          </a:endParaRPr>
        </a:p>
      </dgm:t>
    </dgm:pt>
    <dgm:pt modelId="{6E812172-DB05-4CF8-9A22-920B26AC3027}">
      <dgm:prSet custT="1"/>
      <dgm:spPr/>
      <dgm:t>
        <a:bodyPr/>
        <a:lstStyle/>
        <a:p>
          <a:r>
            <a:rPr lang="en-US" sz="1800" smtClean="0">
              <a:latin typeface="Times New Roman" panose="02020603050405020304" pitchFamily="18" charset="0"/>
              <a:cs typeface="Times New Roman" panose="02020603050405020304" pitchFamily="18" charset="0"/>
            </a:rPr>
            <a:t>Xóa thưởng phạt</a:t>
          </a:r>
          <a:endParaRPr lang="en-US" sz="1800">
            <a:latin typeface="Times New Roman" panose="02020603050405020304" pitchFamily="18" charset="0"/>
            <a:cs typeface="Times New Roman" panose="02020603050405020304" pitchFamily="18" charset="0"/>
          </a:endParaRPr>
        </a:p>
      </dgm:t>
    </dgm:pt>
    <dgm:pt modelId="{67AD93F2-0EF7-499D-B9FC-021A2AC62F0A}" type="parTrans" cxnId="{9261DB1F-9A3F-48E5-BC98-BAA0B4A11039}">
      <dgm:prSet/>
      <dgm:spPr/>
      <dgm:t>
        <a:bodyPr/>
        <a:lstStyle/>
        <a:p>
          <a:endParaRPr lang="en-US" sz="1800">
            <a:latin typeface="Times New Roman" panose="02020603050405020304" pitchFamily="18" charset="0"/>
            <a:cs typeface="Times New Roman" panose="02020603050405020304" pitchFamily="18" charset="0"/>
          </a:endParaRPr>
        </a:p>
      </dgm:t>
    </dgm:pt>
    <dgm:pt modelId="{EAB2B8F1-C82E-48C8-991F-1983AC9F564A}" type="sibTrans" cxnId="{9261DB1F-9A3F-48E5-BC98-BAA0B4A11039}">
      <dgm:prSet/>
      <dgm:spPr/>
      <dgm:t>
        <a:bodyPr/>
        <a:lstStyle/>
        <a:p>
          <a:endParaRPr lang="en-US" sz="1800">
            <a:latin typeface="Times New Roman" panose="02020603050405020304" pitchFamily="18" charset="0"/>
            <a:cs typeface="Times New Roman" panose="02020603050405020304" pitchFamily="18" charset="0"/>
          </a:endParaRPr>
        </a:p>
      </dgm:t>
    </dgm:pt>
    <dgm:pt modelId="{37BBB58E-867C-44E7-8E48-539EB5EFF201}" type="pres">
      <dgm:prSet presAssocID="{49279F0F-3C11-4F9D-AF6D-256B4AF02B2E}" presName="diagram" presStyleCnt="0">
        <dgm:presLayoutVars>
          <dgm:chPref val="1"/>
          <dgm:dir/>
          <dgm:animOne val="branch"/>
          <dgm:animLvl val="lvl"/>
          <dgm:resizeHandles/>
        </dgm:presLayoutVars>
      </dgm:prSet>
      <dgm:spPr/>
      <dgm:t>
        <a:bodyPr/>
        <a:lstStyle/>
        <a:p>
          <a:endParaRPr lang="en-US"/>
        </a:p>
      </dgm:t>
    </dgm:pt>
    <dgm:pt modelId="{530D1561-FDC5-48C2-B70A-62B549E357D2}" type="pres">
      <dgm:prSet presAssocID="{1A06E40C-BAED-4C2D-82AF-8830CC4B27B0}" presName="root" presStyleCnt="0"/>
      <dgm:spPr/>
    </dgm:pt>
    <dgm:pt modelId="{FDDECECC-2C62-4C3E-9115-061A23168CAD}" type="pres">
      <dgm:prSet presAssocID="{1A06E40C-BAED-4C2D-82AF-8830CC4B27B0}" presName="rootComposite" presStyleCnt="0"/>
      <dgm:spPr/>
    </dgm:pt>
    <dgm:pt modelId="{D502D3D1-27AD-4F30-9F53-FE3FD056B135}" type="pres">
      <dgm:prSet presAssocID="{1A06E40C-BAED-4C2D-82AF-8830CC4B27B0}" presName="rootText" presStyleLbl="node1" presStyleIdx="0" presStyleCnt="4"/>
      <dgm:spPr/>
      <dgm:t>
        <a:bodyPr/>
        <a:lstStyle/>
        <a:p>
          <a:endParaRPr lang="en-US"/>
        </a:p>
      </dgm:t>
    </dgm:pt>
    <dgm:pt modelId="{7B938160-295B-42DB-A5EF-83C867DAF6EF}" type="pres">
      <dgm:prSet presAssocID="{1A06E40C-BAED-4C2D-82AF-8830CC4B27B0}" presName="rootConnector" presStyleLbl="node1" presStyleIdx="0" presStyleCnt="4"/>
      <dgm:spPr/>
      <dgm:t>
        <a:bodyPr/>
        <a:lstStyle/>
        <a:p>
          <a:endParaRPr lang="en-US"/>
        </a:p>
      </dgm:t>
    </dgm:pt>
    <dgm:pt modelId="{A663CA57-2E36-47A9-8D46-3D06AB16DB39}" type="pres">
      <dgm:prSet presAssocID="{1A06E40C-BAED-4C2D-82AF-8830CC4B27B0}" presName="childShape" presStyleCnt="0"/>
      <dgm:spPr/>
    </dgm:pt>
    <dgm:pt modelId="{0624F259-7CB2-4CD2-B23F-965194A78FFB}" type="pres">
      <dgm:prSet presAssocID="{6CD1527C-4854-4EE0-B270-5B349089E589}" presName="Name13" presStyleLbl="parChTrans1D2" presStyleIdx="0" presStyleCnt="11"/>
      <dgm:spPr/>
      <dgm:t>
        <a:bodyPr/>
        <a:lstStyle/>
        <a:p>
          <a:endParaRPr lang="en-US"/>
        </a:p>
      </dgm:t>
    </dgm:pt>
    <dgm:pt modelId="{B0D250DD-4BD3-4A8B-8304-97EE1AF87474}" type="pres">
      <dgm:prSet presAssocID="{A64886A4-8C5B-49BC-97EF-15F53CD10C49}" presName="childText" presStyleLbl="bgAcc1" presStyleIdx="0" presStyleCnt="11">
        <dgm:presLayoutVars>
          <dgm:bulletEnabled val="1"/>
        </dgm:presLayoutVars>
      </dgm:prSet>
      <dgm:spPr/>
      <dgm:t>
        <a:bodyPr/>
        <a:lstStyle/>
        <a:p>
          <a:endParaRPr lang="en-US"/>
        </a:p>
      </dgm:t>
    </dgm:pt>
    <dgm:pt modelId="{8CBA56E5-4462-41ED-BD19-152FF3A80FBC}" type="pres">
      <dgm:prSet presAssocID="{589FB672-F80E-4741-B3DB-E9B6E2E60112}" presName="Name13" presStyleLbl="parChTrans1D2" presStyleIdx="1" presStyleCnt="11"/>
      <dgm:spPr/>
      <dgm:t>
        <a:bodyPr/>
        <a:lstStyle/>
        <a:p>
          <a:endParaRPr lang="en-US"/>
        </a:p>
      </dgm:t>
    </dgm:pt>
    <dgm:pt modelId="{10C4BDEC-CC3A-46E4-8C3B-3CA4EEAB43B2}" type="pres">
      <dgm:prSet presAssocID="{773957F3-319F-4A00-97C2-C5F9305D44A8}" presName="childText" presStyleLbl="bgAcc1" presStyleIdx="1" presStyleCnt="11">
        <dgm:presLayoutVars>
          <dgm:bulletEnabled val="1"/>
        </dgm:presLayoutVars>
      </dgm:prSet>
      <dgm:spPr/>
      <dgm:t>
        <a:bodyPr/>
        <a:lstStyle/>
        <a:p>
          <a:endParaRPr lang="en-US"/>
        </a:p>
      </dgm:t>
    </dgm:pt>
    <dgm:pt modelId="{1FED8D5E-1180-467A-B530-C2E2C20E8CCF}" type="pres">
      <dgm:prSet presAssocID="{F036DB96-4587-4971-8046-0DA4577A6D8D}" presName="Name13" presStyleLbl="parChTrans1D2" presStyleIdx="2" presStyleCnt="11"/>
      <dgm:spPr/>
      <dgm:t>
        <a:bodyPr/>
        <a:lstStyle/>
        <a:p>
          <a:endParaRPr lang="en-US"/>
        </a:p>
      </dgm:t>
    </dgm:pt>
    <dgm:pt modelId="{49AC1477-5A99-48B2-970B-1D935F785AF1}" type="pres">
      <dgm:prSet presAssocID="{5B768CDA-AF24-4AD5-B9D2-F261B106DE97}" presName="childText" presStyleLbl="bgAcc1" presStyleIdx="2" presStyleCnt="11">
        <dgm:presLayoutVars>
          <dgm:bulletEnabled val="1"/>
        </dgm:presLayoutVars>
      </dgm:prSet>
      <dgm:spPr/>
      <dgm:t>
        <a:bodyPr/>
        <a:lstStyle/>
        <a:p>
          <a:endParaRPr lang="en-US"/>
        </a:p>
      </dgm:t>
    </dgm:pt>
    <dgm:pt modelId="{64AE48D2-FD0E-49DE-991E-0734BDE53428}" type="pres">
      <dgm:prSet presAssocID="{C99355F2-2163-402D-A3DC-3651C50B8A31}" presName="root" presStyleCnt="0"/>
      <dgm:spPr/>
    </dgm:pt>
    <dgm:pt modelId="{0093AE5F-4CDB-4D8C-8C6E-2676D6AEBEBE}" type="pres">
      <dgm:prSet presAssocID="{C99355F2-2163-402D-A3DC-3651C50B8A31}" presName="rootComposite" presStyleCnt="0"/>
      <dgm:spPr/>
    </dgm:pt>
    <dgm:pt modelId="{4B664496-ABDC-4C69-8B55-1AD1B96BB642}" type="pres">
      <dgm:prSet presAssocID="{C99355F2-2163-402D-A3DC-3651C50B8A31}" presName="rootText" presStyleLbl="node1" presStyleIdx="1" presStyleCnt="4"/>
      <dgm:spPr/>
      <dgm:t>
        <a:bodyPr/>
        <a:lstStyle/>
        <a:p>
          <a:endParaRPr lang="en-US"/>
        </a:p>
      </dgm:t>
    </dgm:pt>
    <dgm:pt modelId="{A66C8DEC-EAA9-48F1-BAF4-00870F00DAF4}" type="pres">
      <dgm:prSet presAssocID="{C99355F2-2163-402D-A3DC-3651C50B8A31}" presName="rootConnector" presStyleLbl="node1" presStyleIdx="1" presStyleCnt="4"/>
      <dgm:spPr/>
      <dgm:t>
        <a:bodyPr/>
        <a:lstStyle/>
        <a:p>
          <a:endParaRPr lang="en-US"/>
        </a:p>
      </dgm:t>
    </dgm:pt>
    <dgm:pt modelId="{C78FA79A-506A-415D-841E-2EDFE83329AB}" type="pres">
      <dgm:prSet presAssocID="{C99355F2-2163-402D-A3DC-3651C50B8A31}" presName="childShape" presStyleCnt="0"/>
      <dgm:spPr/>
    </dgm:pt>
    <dgm:pt modelId="{4EF4AF21-7668-477B-8A28-D5D383292A7F}" type="pres">
      <dgm:prSet presAssocID="{ED4803CA-10EB-4A3F-AF07-F4F4976C0F5E}" presName="Name13" presStyleLbl="parChTrans1D2" presStyleIdx="3" presStyleCnt="11"/>
      <dgm:spPr/>
      <dgm:t>
        <a:bodyPr/>
        <a:lstStyle/>
        <a:p>
          <a:endParaRPr lang="en-US"/>
        </a:p>
      </dgm:t>
    </dgm:pt>
    <dgm:pt modelId="{9907AE8D-9071-4F44-A294-34DA4B03BB56}" type="pres">
      <dgm:prSet presAssocID="{5B3EE052-63F8-4230-9753-DFA01A825735}" presName="childText" presStyleLbl="bgAcc1" presStyleIdx="3" presStyleCnt="11">
        <dgm:presLayoutVars>
          <dgm:bulletEnabled val="1"/>
        </dgm:presLayoutVars>
      </dgm:prSet>
      <dgm:spPr/>
      <dgm:t>
        <a:bodyPr/>
        <a:lstStyle/>
        <a:p>
          <a:endParaRPr lang="en-US"/>
        </a:p>
      </dgm:t>
    </dgm:pt>
    <dgm:pt modelId="{874C520B-4EF3-4B8C-8B72-D2D8BDE0D2D5}" type="pres">
      <dgm:prSet presAssocID="{F9861DCD-D1E1-4A38-8F29-1B8515A30B27}" presName="Name13" presStyleLbl="parChTrans1D2" presStyleIdx="4" presStyleCnt="11"/>
      <dgm:spPr/>
      <dgm:t>
        <a:bodyPr/>
        <a:lstStyle/>
        <a:p>
          <a:endParaRPr lang="en-US"/>
        </a:p>
      </dgm:t>
    </dgm:pt>
    <dgm:pt modelId="{A100EF49-9132-481E-A3A6-F71461519B58}" type="pres">
      <dgm:prSet presAssocID="{E8547A9A-4C01-467E-A268-D968B9B2DCA4}" presName="childText" presStyleLbl="bgAcc1" presStyleIdx="4" presStyleCnt="11">
        <dgm:presLayoutVars>
          <dgm:bulletEnabled val="1"/>
        </dgm:presLayoutVars>
      </dgm:prSet>
      <dgm:spPr/>
      <dgm:t>
        <a:bodyPr/>
        <a:lstStyle/>
        <a:p>
          <a:endParaRPr lang="en-US"/>
        </a:p>
      </dgm:t>
    </dgm:pt>
    <dgm:pt modelId="{8BE361D7-5EF0-4EE4-8361-E8D780BE7C1B}" type="pres">
      <dgm:prSet presAssocID="{690BBCF7-76FB-490B-836C-1236D2310D08}" presName="Name13" presStyleLbl="parChTrans1D2" presStyleIdx="5" presStyleCnt="11"/>
      <dgm:spPr/>
      <dgm:t>
        <a:bodyPr/>
        <a:lstStyle/>
        <a:p>
          <a:endParaRPr lang="en-US"/>
        </a:p>
      </dgm:t>
    </dgm:pt>
    <dgm:pt modelId="{CCE23EF9-E9F7-4034-A51F-F21F36131433}" type="pres">
      <dgm:prSet presAssocID="{A2C442CF-4F04-4F09-A937-B3C06AD43E7B}" presName="childText" presStyleLbl="bgAcc1" presStyleIdx="5" presStyleCnt="11">
        <dgm:presLayoutVars>
          <dgm:bulletEnabled val="1"/>
        </dgm:presLayoutVars>
      </dgm:prSet>
      <dgm:spPr/>
      <dgm:t>
        <a:bodyPr/>
        <a:lstStyle/>
        <a:p>
          <a:endParaRPr lang="en-US"/>
        </a:p>
      </dgm:t>
    </dgm:pt>
    <dgm:pt modelId="{3A00BFDD-CCD4-48ED-AE5B-0912832AEA70}" type="pres">
      <dgm:prSet presAssocID="{7C794C83-AA51-40F1-B4CB-C3331ED26488}" presName="root" presStyleCnt="0"/>
      <dgm:spPr/>
    </dgm:pt>
    <dgm:pt modelId="{82DFEBC6-2995-433D-B172-0E0488066560}" type="pres">
      <dgm:prSet presAssocID="{7C794C83-AA51-40F1-B4CB-C3331ED26488}" presName="rootComposite" presStyleCnt="0"/>
      <dgm:spPr/>
    </dgm:pt>
    <dgm:pt modelId="{6BB8DB35-EC68-4D9C-B31B-4F66FE8400A3}" type="pres">
      <dgm:prSet presAssocID="{7C794C83-AA51-40F1-B4CB-C3331ED26488}" presName="rootText" presStyleLbl="node1" presStyleIdx="2" presStyleCnt="4"/>
      <dgm:spPr/>
      <dgm:t>
        <a:bodyPr/>
        <a:lstStyle/>
        <a:p>
          <a:endParaRPr lang="en-US"/>
        </a:p>
      </dgm:t>
    </dgm:pt>
    <dgm:pt modelId="{6480B7C3-BA33-429D-BFDA-59FEED60C49D}" type="pres">
      <dgm:prSet presAssocID="{7C794C83-AA51-40F1-B4CB-C3331ED26488}" presName="rootConnector" presStyleLbl="node1" presStyleIdx="2" presStyleCnt="4"/>
      <dgm:spPr/>
      <dgm:t>
        <a:bodyPr/>
        <a:lstStyle/>
        <a:p>
          <a:endParaRPr lang="en-US"/>
        </a:p>
      </dgm:t>
    </dgm:pt>
    <dgm:pt modelId="{F48A87D0-1143-49E3-99BF-A03DC71DA846}" type="pres">
      <dgm:prSet presAssocID="{7C794C83-AA51-40F1-B4CB-C3331ED26488}" presName="childShape" presStyleCnt="0"/>
      <dgm:spPr/>
    </dgm:pt>
    <dgm:pt modelId="{7A2250C2-AA56-40D0-9CF9-72ADA8387880}" type="pres">
      <dgm:prSet presAssocID="{8647B786-C579-4866-83DC-2CDACB85A702}" presName="Name13" presStyleLbl="parChTrans1D2" presStyleIdx="6" presStyleCnt="11"/>
      <dgm:spPr/>
      <dgm:t>
        <a:bodyPr/>
        <a:lstStyle/>
        <a:p>
          <a:endParaRPr lang="en-US"/>
        </a:p>
      </dgm:t>
    </dgm:pt>
    <dgm:pt modelId="{1DA714A6-BD3F-43F6-8452-ED9E2DF95EEA}" type="pres">
      <dgm:prSet presAssocID="{36286039-BA57-4431-83D2-FE628B4B4B20}" presName="childText" presStyleLbl="bgAcc1" presStyleIdx="6" presStyleCnt="11">
        <dgm:presLayoutVars>
          <dgm:bulletEnabled val="1"/>
        </dgm:presLayoutVars>
      </dgm:prSet>
      <dgm:spPr/>
      <dgm:t>
        <a:bodyPr/>
        <a:lstStyle/>
        <a:p>
          <a:endParaRPr lang="en-US"/>
        </a:p>
      </dgm:t>
    </dgm:pt>
    <dgm:pt modelId="{18E3A866-D820-44F5-BF13-4D8DCD73BC12}" type="pres">
      <dgm:prSet presAssocID="{668FAB2F-BD4C-4BF2-AAF6-B8792AFB7149}" presName="Name13" presStyleLbl="parChTrans1D2" presStyleIdx="7" presStyleCnt="11"/>
      <dgm:spPr/>
      <dgm:t>
        <a:bodyPr/>
        <a:lstStyle/>
        <a:p>
          <a:endParaRPr lang="en-US"/>
        </a:p>
      </dgm:t>
    </dgm:pt>
    <dgm:pt modelId="{0953BD0F-8566-4D3E-AAB1-394F6AD1501B}" type="pres">
      <dgm:prSet presAssocID="{A9AE5224-0C9D-41BC-BD51-D170C2AD6A98}" presName="childText" presStyleLbl="bgAcc1" presStyleIdx="7" presStyleCnt="11">
        <dgm:presLayoutVars>
          <dgm:bulletEnabled val="1"/>
        </dgm:presLayoutVars>
      </dgm:prSet>
      <dgm:spPr/>
      <dgm:t>
        <a:bodyPr/>
        <a:lstStyle/>
        <a:p>
          <a:endParaRPr lang="en-US"/>
        </a:p>
      </dgm:t>
    </dgm:pt>
    <dgm:pt modelId="{E2D7FC74-9C6B-4417-A61A-9C551B7E07E7}" type="pres">
      <dgm:prSet presAssocID="{D291877B-6E9D-4377-B54E-7B9FF846E4C2}" presName="root" presStyleCnt="0"/>
      <dgm:spPr/>
    </dgm:pt>
    <dgm:pt modelId="{4348C1F4-CD47-4CBA-ADD5-9B96DF69A375}" type="pres">
      <dgm:prSet presAssocID="{D291877B-6E9D-4377-B54E-7B9FF846E4C2}" presName="rootComposite" presStyleCnt="0"/>
      <dgm:spPr/>
    </dgm:pt>
    <dgm:pt modelId="{7C8F877A-B443-45FF-A098-29DCFC181C91}" type="pres">
      <dgm:prSet presAssocID="{D291877B-6E9D-4377-B54E-7B9FF846E4C2}" presName="rootText" presStyleLbl="node1" presStyleIdx="3" presStyleCnt="4"/>
      <dgm:spPr/>
      <dgm:t>
        <a:bodyPr/>
        <a:lstStyle/>
        <a:p>
          <a:endParaRPr lang="en-US"/>
        </a:p>
      </dgm:t>
    </dgm:pt>
    <dgm:pt modelId="{746346F9-B0BD-4C69-B2DB-3E2951383417}" type="pres">
      <dgm:prSet presAssocID="{D291877B-6E9D-4377-B54E-7B9FF846E4C2}" presName="rootConnector" presStyleLbl="node1" presStyleIdx="3" presStyleCnt="4"/>
      <dgm:spPr/>
      <dgm:t>
        <a:bodyPr/>
        <a:lstStyle/>
        <a:p>
          <a:endParaRPr lang="en-US"/>
        </a:p>
      </dgm:t>
    </dgm:pt>
    <dgm:pt modelId="{AFEA8977-F0AD-4016-B7DB-50F3E646A89A}" type="pres">
      <dgm:prSet presAssocID="{D291877B-6E9D-4377-B54E-7B9FF846E4C2}" presName="childShape" presStyleCnt="0"/>
      <dgm:spPr/>
    </dgm:pt>
    <dgm:pt modelId="{20C4CB01-C550-46E4-874F-63B879CF03AE}" type="pres">
      <dgm:prSet presAssocID="{05F7F65E-F17E-44E7-A07D-131ED72FAB5B}" presName="Name13" presStyleLbl="parChTrans1D2" presStyleIdx="8" presStyleCnt="11"/>
      <dgm:spPr/>
      <dgm:t>
        <a:bodyPr/>
        <a:lstStyle/>
        <a:p>
          <a:endParaRPr lang="en-US"/>
        </a:p>
      </dgm:t>
    </dgm:pt>
    <dgm:pt modelId="{0E28F056-485C-4E1D-9C19-E242CA266C39}" type="pres">
      <dgm:prSet presAssocID="{6D52765F-D660-4FF1-896F-251F358961EE}" presName="childText" presStyleLbl="bgAcc1" presStyleIdx="8" presStyleCnt="11">
        <dgm:presLayoutVars>
          <dgm:bulletEnabled val="1"/>
        </dgm:presLayoutVars>
      </dgm:prSet>
      <dgm:spPr/>
      <dgm:t>
        <a:bodyPr/>
        <a:lstStyle/>
        <a:p>
          <a:endParaRPr lang="en-US"/>
        </a:p>
      </dgm:t>
    </dgm:pt>
    <dgm:pt modelId="{1BE08631-4752-44C2-9E2C-4C7985398A06}" type="pres">
      <dgm:prSet presAssocID="{262530EA-4BA9-428F-B396-576983948E93}" presName="Name13" presStyleLbl="parChTrans1D2" presStyleIdx="9" presStyleCnt="11"/>
      <dgm:spPr/>
      <dgm:t>
        <a:bodyPr/>
        <a:lstStyle/>
        <a:p>
          <a:endParaRPr lang="en-US"/>
        </a:p>
      </dgm:t>
    </dgm:pt>
    <dgm:pt modelId="{F78AAF52-6069-4DEA-9EBB-85AB19539681}" type="pres">
      <dgm:prSet presAssocID="{B98D6FB5-A2C4-43BE-84BC-6E3A8C5EA279}" presName="childText" presStyleLbl="bgAcc1" presStyleIdx="9" presStyleCnt="11">
        <dgm:presLayoutVars>
          <dgm:bulletEnabled val="1"/>
        </dgm:presLayoutVars>
      </dgm:prSet>
      <dgm:spPr/>
      <dgm:t>
        <a:bodyPr/>
        <a:lstStyle/>
        <a:p>
          <a:endParaRPr lang="en-US"/>
        </a:p>
      </dgm:t>
    </dgm:pt>
    <dgm:pt modelId="{DCAC692A-8402-4E33-9458-CA6818968A89}" type="pres">
      <dgm:prSet presAssocID="{67AD93F2-0EF7-499D-B9FC-021A2AC62F0A}" presName="Name13" presStyleLbl="parChTrans1D2" presStyleIdx="10" presStyleCnt="11"/>
      <dgm:spPr/>
      <dgm:t>
        <a:bodyPr/>
        <a:lstStyle/>
        <a:p>
          <a:endParaRPr lang="en-US"/>
        </a:p>
      </dgm:t>
    </dgm:pt>
    <dgm:pt modelId="{CB32902E-FFCC-4301-8213-530134BC0FCE}" type="pres">
      <dgm:prSet presAssocID="{6E812172-DB05-4CF8-9A22-920B26AC3027}" presName="childText" presStyleLbl="bgAcc1" presStyleIdx="10" presStyleCnt="11">
        <dgm:presLayoutVars>
          <dgm:bulletEnabled val="1"/>
        </dgm:presLayoutVars>
      </dgm:prSet>
      <dgm:spPr/>
      <dgm:t>
        <a:bodyPr/>
        <a:lstStyle/>
        <a:p>
          <a:endParaRPr lang="en-US"/>
        </a:p>
      </dgm:t>
    </dgm:pt>
  </dgm:ptLst>
  <dgm:cxnLst>
    <dgm:cxn modelId="{CD0C2B80-B38C-4E86-8EE2-787896C9F630}" type="presOf" srcId="{6CD1527C-4854-4EE0-B270-5B349089E589}" destId="{0624F259-7CB2-4CD2-B23F-965194A78FFB}" srcOrd="0" destOrd="0" presId="urn:microsoft.com/office/officeart/2005/8/layout/hierarchy3"/>
    <dgm:cxn modelId="{748A56A0-4FDA-40B0-A2DE-CF93CBA61762}" type="presOf" srcId="{F036DB96-4587-4971-8046-0DA4577A6D8D}" destId="{1FED8D5E-1180-467A-B530-C2E2C20E8CCF}" srcOrd="0" destOrd="0" presId="urn:microsoft.com/office/officeart/2005/8/layout/hierarchy3"/>
    <dgm:cxn modelId="{9CD895F7-FF41-4EC1-A68F-A147B6E5DBA0}" srcId="{49279F0F-3C11-4F9D-AF6D-256B4AF02B2E}" destId="{1A06E40C-BAED-4C2D-82AF-8830CC4B27B0}" srcOrd="0" destOrd="0" parTransId="{2D08CBD3-34CC-49BF-ABF2-344942DA7748}" sibTransId="{B0301B55-E4CF-4D91-8BE5-0B704F9DBE91}"/>
    <dgm:cxn modelId="{F7CDA18A-84BF-4247-9BC5-54B7476418A8}" srcId="{C99355F2-2163-402D-A3DC-3651C50B8A31}" destId="{A2C442CF-4F04-4F09-A937-B3C06AD43E7B}" srcOrd="2" destOrd="0" parTransId="{690BBCF7-76FB-490B-836C-1236D2310D08}" sibTransId="{CF1E73AB-F97E-4DEE-AFF3-FB3893981CA0}"/>
    <dgm:cxn modelId="{BC3E7F4E-163B-4155-932A-C73E470520D2}" type="presOf" srcId="{D291877B-6E9D-4377-B54E-7B9FF846E4C2}" destId="{7C8F877A-B443-45FF-A098-29DCFC181C91}" srcOrd="0" destOrd="0" presId="urn:microsoft.com/office/officeart/2005/8/layout/hierarchy3"/>
    <dgm:cxn modelId="{9B408B06-0E8B-47AD-9219-CBC6F04CF6E3}" type="presOf" srcId="{A64886A4-8C5B-49BC-97EF-15F53CD10C49}" destId="{B0D250DD-4BD3-4A8B-8304-97EE1AF87474}" srcOrd="0" destOrd="0" presId="urn:microsoft.com/office/officeart/2005/8/layout/hierarchy3"/>
    <dgm:cxn modelId="{ABCB10E0-861A-4F17-8FBE-8B21D7319C9F}" type="presOf" srcId="{690BBCF7-76FB-490B-836C-1236D2310D08}" destId="{8BE361D7-5EF0-4EE4-8361-E8D780BE7C1B}" srcOrd="0" destOrd="0" presId="urn:microsoft.com/office/officeart/2005/8/layout/hierarchy3"/>
    <dgm:cxn modelId="{6791BB97-9E1D-4BAD-A543-DE8CC410122B}" type="presOf" srcId="{589FB672-F80E-4741-B3DB-E9B6E2E60112}" destId="{8CBA56E5-4462-41ED-BD19-152FF3A80FBC}" srcOrd="0" destOrd="0" presId="urn:microsoft.com/office/officeart/2005/8/layout/hierarchy3"/>
    <dgm:cxn modelId="{6845FE06-5EFB-441D-84B6-37A7A3771936}" srcId="{1A06E40C-BAED-4C2D-82AF-8830CC4B27B0}" destId="{773957F3-319F-4A00-97C2-C5F9305D44A8}" srcOrd="1" destOrd="0" parTransId="{589FB672-F80E-4741-B3DB-E9B6E2E60112}" sibTransId="{19F03227-1EBA-49EB-B550-036D2A290995}"/>
    <dgm:cxn modelId="{8576FFD2-7862-417E-928F-CD071D7B913D}" type="presOf" srcId="{262530EA-4BA9-428F-B396-576983948E93}" destId="{1BE08631-4752-44C2-9E2C-4C7985398A06}" srcOrd="0" destOrd="0" presId="urn:microsoft.com/office/officeart/2005/8/layout/hierarchy3"/>
    <dgm:cxn modelId="{406882E1-5352-4760-9873-383C59C8427E}" srcId="{C99355F2-2163-402D-A3DC-3651C50B8A31}" destId="{5B3EE052-63F8-4230-9753-DFA01A825735}" srcOrd="0" destOrd="0" parTransId="{ED4803CA-10EB-4A3F-AF07-F4F4976C0F5E}" sibTransId="{73558C1F-6314-4FD2-B06B-8D720BDB69E8}"/>
    <dgm:cxn modelId="{8A349A60-ACBC-418A-A9E1-3FA83602EB6C}" srcId="{49279F0F-3C11-4F9D-AF6D-256B4AF02B2E}" destId="{D291877B-6E9D-4377-B54E-7B9FF846E4C2}" srcOrd="3" destOrd="0" parTransId="{AD205266-69A3-4483-808F-CD541C040CD6}" sibTransId="{39211B6E-7506-4ABA-ACCD-1CD06326EBDA}"/>
    <dgm:cxn modelId="{8BB85127-38E5-48E5-93CC-C57B46F5AFBB}" srcId="{D291877B-6E9D-4377-B54E-7B9FF846E4C2}" destId="{6D52765F-D660-4FF1-896F-251F358961EE}" srcOrd="0" destOrd="0" parTransId="{05F7F65E-F17E-44E7-A07D-131ED72FAB5B}" sibTransId="{CB6A80C7-C1B4-4B61-A750-F47E1828D108}"/>
    <dgm:cxn modelId="{CE709317-0D9A-4F98-B7BB-0F3848534A7D}" type="presOf" srcId="{C99355F2-2163-402D-A3DC-3651C50B8A31}" destId="{4B664496-ABDC-4C69-8B55-1AD1B96BB642}" srcOrd="0" destOrd="0" presId="urn:microsoft.com/office/officeart/2005/8/layout/hierarchy3"/>
    <dgm:cxn modelId="{4AB3DCA3-876C-44C6-A52E-BABD6DD0E136}" type="presOf" srcId="{5B768CDA-AF24-4AD5-B9D2-F261B106DE97}" destId="{49AC1477-5A99-48B2-970B-1D935F785AF1}" srcOrd="0" destOrd="0" presId="urn:microsoft.com/office/officeart/2005/8/layout/hierarchy3"/>
    <dgm:cxn modelId="{F7D19E21-8691-45A7-84AB-00F8F1755BD2}" type="presOf" srcId="{B98D6FB5-A2C4-43BE-84BC-6E3A8C5EA279}" destId="{F78AAF52-6069-4DEA-9EBB-85AB19539681}" srcOrd="0" destOrd="0" presId="urn:microsoft.com/office/officeart/2005/8/layout/hierarchy3"/>
    <dgm:cxn modelId="{58D36170-8EE8-4042-9BBC-7ABD33200897}" type="presOf" srcId="{67AD93F2-0EF7-499D-B9FC-021A2AC62F0A}" destId="{DCAC692A-8402-4E33-9458-CA6818968A89}" srcOrd="0" destOrd="0" presId="urn:microsoft.com/office/officeart/2005/8/layout/hierarchy3"/>
    <dgm:cxn modelId="{F7E8ED00-C60F-48C7-BC5F-29CFA0888149}" type="presOf" srcId="{8647B786-C579-4866-83DC-2CDACB85A702}" destId="{7A2250C2-AA56-40D0-9CF9-72ADA8387880}" srcOrd="0" destOrd="0" presId="urn:microsoft.com/office/officeart/2005/8/layout/hierarchy3"/>
    <dgm:cxn modelId="{AB69155C-5206-4BFE-B91E-4B5949F2CAB9}" type="presOf" srcId="{D291877B-6E9D-4377-B54E-7B9FF846E4C2}" destId="{746346F9-B0BD-4C69-B2DB-3E2951383417}" srcOrd="1" destOrd="0" presId="urn:microsoft.com/office/officeart/2005/8/layout/hierarchy3"/>
    <dgm:cxn modelId="{2E69026A-9276-4F11-9039-AEA6F392547D}" type="presOf" srcId="{36286039-BA57-4431-83D2-FE628B4B4B20}" destId="{1DA714A6-BD3F-43F6-8452-ED9E2DF95EEA}" srcOrd="0" destOrd="0" presId="urn:microsoft.com/office/officeart/2005/8/layout/hierarchy3"/>
    <dgm:cxn modelId="{2FE6DF9D-A322-4AD2-A6CA-49E04EABBA94}" type="presOf" srcId="{C99355F2-2163-402D-A3DC-3651C50B8A31}" destId="{A66C8DEC-EAA9-48F1-BAF4-00870F00DAF4}" srcOrd="1" destOrd="0" presId="urn:microsoft.com/office/officeart/2005/8/layout/hierarchy3"/>
    <dgm:cxn modelId="{566C1293-A5D0-49C4-82FA-2EA11E964DC7}" type="presOf" srcId="{ED4803CA-10EB-4A3F-AF07-F4F4976C0F5E}" destId="{4EF4AF21-7668-477B-8A28-D5D383292A7F}" srcOrd="0" destOrd="0" presId="urn:microsoft.com/office/officeart/2005/8/layout/hierarchy3"/>
    <dgm:cxn modelId="{6D1E6D70-4EB9-4B6A-981C-01AD05DD6B0E}" type="presOf" srcId="{05F7F65E-F17E-44E7-A07D-131ED72FAB5B}" destId="{20C4CB01-C550-46E4-874F-63B879CF03AE}" srcOrd="0" destOrd="0" presId="urn:microsoft.com/office/officeart/2005/8/layout/hierarchy3"/>
    <dgm:cxn modelId="{D17873C6-470F-444E-81D8-A9D7F3D3BAC6}" type="presOf" srcId="{773957F3-319F-4A00-97C2-C5F9305D44A8}" destId="{10C4BDEC-CC3A-46E4-8C3B-3CA4EEAB43B2}" srcOrd="0" destOrd="0" presId="urn:microsoft.com/office/officeart/2005/8/layout/hierarchy3"/>
    <dgm:cxn modelId="{AA7268C1-A51F-4284-B2C1-D0A6A1DEBB10}" srcId="{49279F0F-3C11-4F9D-AF6D-256B4AF02B2E}" destId="{7C794C83-AA51-40F1-B4CB-C3331ED26488}" srcOrd="2" destOrd="0" parTransId="{F872A7C8-EE2D-4E54-8643-4FE15C77947D}" sibTransId="{3619AD85-F315-47AE-8EFF-21464446B988}"/>
    <dgm:cxn modelId="{528EB7D1-704E-4361-84C3-1A4FDF039C8F}" type="presOf" srcId="{7C794C83-AA51-40F1-B4CB-C3331ED26488}" destId="{6480B7C3-BA33-429D-BFDA-59FEED60C49D}" srcOrd="1" destOrd="0" presId="urn:microsoft.com/office/officeart/2005/8/layout/hierarchy3"/>
    <dgm:cxn modelId="{CB69D608-5D49-420B-8C18-A45E87675F99}" type="presOf" srcId="{5B3EE052-63F8-4230-9753-DFA01A825735}" destId="{9907AE8D-9071-4F44-A294-34DA4B03BB56}" srcOrd="0" destOrd="0" presId="urn:microsoft.com/office/officeart/2005/8/layout/hierarchy3"/>
    <dgm:cxn modelId="{1B571B0F-FA45-4BE2-A70C-46B86C95C5C4}" srcId="{1A06E40C-BAED-4C2D-82AF-8830CC4B27B0}" destId="{5B768CDA-AF24-4AD5-B9D2-F261B106DE97}" srcOrd="2" destOrd="0" parTransId="{F036DB96-4587-4971-8046-0DA4577A6D8D}" sibTransId="{821A624E-33C3-4007-89DD-D271D49567C4}"/>
    <dgm:cxn modelId="{FE5B5DDC-BFF2-4428-8023-1F9465D1083F}" type="presOf" srcId="{7C794C83-AA51-40F1-B4CB-C3331ED26488}" destId="{6BB8DB35-EC68-4D9C-B31B-4F66FE8400A3}" srcOrd="0" destOrd="0" presId="urn:microsoft.com/office/officeart/2005/8/layout/hierarchy3"/>
    <dgm:cxn modelId="{E0100377-FBE8-40EE-B9F2-C7129AA9737F}" srcId="{49279F0F-3C11-4F9D-AF6D-256B4AF02B2E}" destId="{C99355F2-2163-402D-A3DC-3651C50B8A31}" srcOrd="1" destOrd="0" parTransId="{C372D3CE-0DC9-46D1-ADDE-4C109CEFD4FA}" sibTransId="{B3410118-29AC-40C4-AD5B-2B08B11B13E7}"/>
    <dgm:cxn modelId="{157ED7BD-95CE-4938-88D3-2A4649DDAF21}" type="presOf" srcId="{F9861DCD-D1E1-4A38-8F29-1B8515A30B27}" destId="{874C520B-4EF3-4B8C-8B72-D2D8BDE0D2D5}" srcOrd="0" destOrd="0" presId="urn:microsoft.com/office/officeart/2005/8/layout/hierarchy3"/>
    <dgm:cxn modelId="{7C3E91E7-847E-40C8-BCA0-351F76EC1A94}" srcId="{1A06E40C-BAED-4C2D-82AF-8830CC4B27B0}" destId="{A64886A4-8C5B-49BC-97EF-15F53CD10C49}" srcOrd="0" destOrd="0" parTransId="{6CD1527C-4854-4EE0-B270-5B349089E589}" sibTransId="{C85183F7-7DD9-44B2-886C-63C842F45D29}"/>
    <dgm:cxn modelId="{E71B28B8-6CC0-4DD0-BB8E-B288E9882797}" type="presOf" srcId="{6E812172-DB05-4CF8-9A22-920B26AC3027}" destId="{CB32902E-FFCC-4301-8213-530134BC0FCE}" srcOrd="0" destOrd="0" presId="urn:microsoft.com/office/officeart/2005/8/layout/hierarchy3"/>
    <dgm:cxn modelId="{80E02885-E5F7-40A7-B7DD-DEC7F1CC699B}" type="presOf" srcId="{49279F0F-3C11-4F9D-AF6D-256B4AF02B2E}" destId="{37BBB58E-867C-44E7-8E48-539EB5EFF201}" srcOrd="0" destOrd="0" presId="urn:microsoft.com/office/officeart/2005/8/layout/hierarchy3"/>
    <dgm:cxn modelId="{53FE264A-DEE9-4FBE-A9D9-4E306B5A5967}" type="presOf" srcId="{668FAB2F-BD4C-4BF2-AAF6-B8792AFB7149}" destId="{18E3A866-D820-44F5-BF13-4D8DCD73BC12}" srcOrd="0" destOrd="0" presId="urn:microsoft.com/office/officeart/2005/8/layout/hierarchy3"/>
    <dgm:cxn modelId="{A837DA7A-9B08-4288-9155-C7E2F0581142}" srcId="{7C794C83-AA51-40F1-B4CB-C3331ED26488}" destId="{36286039-BA57-4431-83D2-FE628B4B4B20}" srcOrd="0" destOrd="0" parTransId="{8647B786-C579-4866-83DC-2CDACB85A702}" sibTransId="{D3BE7909-1800-4B9B-8D5A-746349CA054C}"/>
    <dgm:cxn modelId="{9261DB1F-9A3F-48E5-BC98-BAA0B4A11039}" srcId="{D291877B-6E9D-4377-B54E-7B9FF846E4C2}" destId="{6E812172-DB05-4CF8-9A22-920B26AC3027}" srcOrd="2" destOrd="0" parTransId="{67AD93F2-0EF7-499D-B9FC-021A2AC62F0A}" sibTransId="{EAB2B8F1-C82E-48C8-991F-1983AC9F564A}"/>
    <dgm:cxn modelId="{2DCB72C2-8C2B-4408-9B5F-C6C5E173082D}" type="presOf" srcId="{A2C442CF-4F04-4F09-A937-B3C06AD43E7B}" destId="{CCE23EF9-E9F7-4034-A51F-F21F36131433}" srcOrd="0" destOrd="0" presId="urn:microsoft.com/office/officeart/2005/8/layout/hierarchy3"/>
    <dgm:cxn modelId="{24F20347-50F8-4B5D-AEC9-7D37EB9BBB23}" type="presOf" srcId="{6D52765F-D660-4FF1-896F-251F358961EE}" destId="{0E28F056-485C-4E1D-9C19-E242CA266C39}" srcOrd="0" destOrd="0" presId="urn:microsoft.com/office/officeart/2005/8/layout/hierarchy3"/>
    <dgm:cxn modelId="{AF2AA359-5F4B-44E0-AE27-5D10F14CE15D}" srcId="{C99355F2-2163-402D-A3DC-3651C50B8A31}" destId="{E8547A9A-4C01-467E-A268-D968B9B2DCA4}" srcOrd="1" destOrd="0" parTransId="{F9861DCD-D1E1-4A38-8F29-1B8515A30B27}" sibTransId="{148F7BD5-1270-4C43-8DCF-CA3CFA225E56}"/>
    <dgm:cxn modelId="{7ABFDF5C-93DA-4108-B3B5-026608EA39A5}" srcId="{D291877B-6E9D-4377-B54E-7B9FF846E4C2}" destId="{B98D6FB5-A2C4-43BE-84BC-6E3A8C5EA279}" srcOrd="1" destOrd="0" parTransId="{262530EA-4BA9-428F-B396-576983948E93}" sibTransId="{1B4CDB07-D42E-47BE-A672-E380CECA835D}"/>
    <dgm:cxn modelId="{AB88D93A-C8CB-40E9-867F-E4AD541DB944}" srcId="{7C794C83-AA51-40F1-B4CB-C3331ED26488}" destId="{A9AE5224-0C9D-41BC-BD51-D170C2AD6A98}" srcOrd="1" destOrd="0" parTransId="{668FAB2F-BD4C-4BF2-AAF6-B8792AFB7149}" sibTransId="{BB82AD1E-D6B1-46C4-8FF0-908D30A8B9A5}"/>
    <dgm:cxn modelId="{90FD2D96-9316-4FAC-9C70-29D9305D6E8D}" type="presOf" srcId="{E8547A9A-4C01-467E-A268-D968B9B2DCA4}" destId="{A100EF49-9132-481E-A3A6-F71461519B58}" srcOrd="0" destOrd="0" presId="urn:microsoft.com/office/officeart/2005/8/layout/hierarchy3"/>
    <dgm:cxn modelId="{6791B4F1-7723-424D-B3F1-1B9146CEE47A}" type="presOf" srcId="{1A06E40C-BAED-4C2D-82AF-8830CC4B27B0}" destId="{7B938160-295B-42DB-A5EF-83C867DAF6EF}" srcOrd="1" destOrd="0" presId="urn:microsoft.com/office/officeart/2005/8/layout/hierarchy3"/>
    <dgm:cxn modelId="{E2538A58-EC89-4735-8EBF-516954AEAD1C}" type="presOf" srcId="{1A06E40C-BAED-4C2D-82AF-8830CC4B27B0}" destId="{D502D3D1-27AD-4F30-9F53-FE3FD056B135}" srcOrd="0" destOrd="0" presId="urn:microsoft.com/office/officeart/2005/8/layout/hierarchy3"/>
    <dgm:cxn modelId="{41EFFE7A-F750-420C-A7B5-E2EA2FF1A23B}" type="presOf" srcId="{A9AE5224-0C9D-41BC-BD51-D170C2AD6A98}" destId="{0953BD0F-8566-4D3E-AAB1-394F6AD1501B}" srcOrd="0" destOrd="0" presId="urn:microsoft.com/office/officeart/2005/8/layout/hierarchy3"/>
    <dgm:cxn modelId="{02D710FA-2270-4BE2-B4C8-5150E8053451}" type="presParOf" srcId="{37BBB58E-867C-44E7-8E48-539EB5EFF201}" destId="{530D1561-FDC5-48C2-B70A-62B549E357D2}" srcOrd="0" destOrd="0" presId="urn:microsoft.com/office/officeart/2005/8/layout/hierarchy3"/>
    <dgm:cxn modelId="{B384F6A4-1071-42D0-8B3D-768601D5205E}" type="presParOf" srcId="{530D1561-FDC5-48C2-B70A-62B549E357D2}" destId="{FDDECECC-2C62-4C3E-9115-061A23168CAD}" srcOrd="0" destOrd="0" presId="urn:microsoft.com/office/officeart/2005/8/layout/hierarchy3"/>
    <dgm:cxn modelId="{537592D9-3E8E-477D-A7C7-D6FB9F747CC0}" type="presParOf" srcId="{FDDECECC-2C62-4C3E-9115-061A23168CAD}" destId="{D502D3D1-27AD-4F30-9F53-FE3FD056B135}" srcOrd="0" destOrd="0" presId="urn:microsoft.com/office/officeart/2005/8/layout/hierarchy3"/>
    <dgm:cxn modelId="{EAF76A80-5DCE-4516-B7C8-A5610EBF59DD}" type="presParOf" srcId="{FDDECECC-2C62-4C3E-9115-061A23168CAD}" destId="{7B938160-295B-42DB-A5EF-83C867DAF6EF}" srcOrd="1" destOrd="0" presId="urn:microsoft.com/office/officeart/2005/8/layout/hierarchy3"/>
    <dgm:cxn modelId="{5F189F2A-650F-4C24-9A50-1414423ACCC4}" type="presParOf" srcId="{530D1561-FDC5-48C2-B70A-62B549E357D2}" destId="{A663CA57-2E36-47A9-8D46-3D06AB16DB39}" srcOrd="1" destOrd="0" presId="urn:microsoft.com/office/officeart/2005/8/layout/hierarchy3"/>
    <dgm:cxn modelId="{F5F90BCC-D01E-414C-926E-648B3538D6DC}" type="presParOf" srcId="{A663CA57-2E36-47A9-8D46-3D06AB16DB39}" destId="{0624F259-7CB2-4CD2-B23F-965194A78FFB}" srcOrd="0" destOrd="0" presId="urn:microsoft.com/office/officeart/2005/8/layout/hierarchy3"/>
    <dgm:cxn modelId="{4DFCA11E-59A1-4E4B-85FE-D0C2325D7E18}" type="presParOf" srcId="{A663CA57-2E36-47A9-8D46-3D06AB16DB39}" destId="{B0D250DD-4BD3-4A8B-8304-97EE1AF87474}" srcOrd="1" destOrd="0" presId="urn:microsoft.com/office/officeart/2005/8/layout/hierarchy3"/>
    <dgm:cxn modelId="{E0A27CF5-D534-453B-B7BA-F834EFDBAA3E}" type="presParOf" srcId="{A663CA57-2E36-47A9-8D46-3D06AB16DB39}" destId="{8CBA56E5-4462-41ED-BD19-152FF3A80FBC}" srcOrd="2" destOrd="0" presId="urn:microsoft.com/office/officeart/2005/8/layout/hierarchy3"/>
    <dgm:cxn modelId="{FF891C19-6B6D-431E-899B-97996F8B8E1C}" type="presParOf" srcId="{A663CA57-2E36-47A9-8D46-3D06AB16DB39}" destId="{10C4BDEC-CC3A-46E4-8C3B-3CA4EEAB43B2}" srcOrd="3" destOrd="0" presId="urn:microsoft.com/office/officeart/2005/8/layout/hierarchy3"/>
    <dgm:cxn modelId="{F304E94C-4E7E-4BC3-B606-A72713540338}" type="presParOf" srcId="{A663CA57-2E36-47A9-8D46-3D06AB16DB39}" destId="{1FED8D5E-1180-467A-B530-C2E2C20E8CCF}" srcOrd="4" destOrd="0" presId="urn:microsoft.com/office/officeart/2005/8/layout/hierarchy3"/>
    <dgm:cxn modelId="{820CC752-C9D3-4D9C-A5CA-6CF964064E9D}" type="presParOf" srcId="{A663CA57-2E36-47A9-8D46-3D06AB16DB39}" destId="{49AC1477-5A99-48B2-970B-1D935F785AF1}" srcOrd="5" destOrd="0" presId="urn:microsoft.com/office/officeart/2005/8/layout/hierarchy3"/>
    <dgm:cxn modelId="{65743557-6153-47CC-996F-7729DC4D5456}" type="presParOf" srcId="{37BBB58E-867C-44E7-8E48-539EB5EFF201}" destId="{64AE48D2-FD0E-49DE-991E-0734BDE53428}" srcOrd="1" destOrd="0" presId="urn:microsoft.com/office/officeart/2005/8/layout/hierarchy3"/>
    <dgm:cxn modelId="{81731205-A2F5-479E-8364-E193D7E97678}" type="presParOf" srcId="{64AE48D2-FD0E-49DE-991E-0734BDE53428}" destId="{0093AE5F-4CDB-4D8C-8C6E-2676D6AEBEBE}" srcOrd="0" destOrd="0" presId="urn:microsoft.com/office/officeart/2005/8/layout/hierarchy3"/>
    <dgm:cxn modelId="{541F302B-B230-4F2E-8ABF-9B5BCD91ED6E}" type="presParOf" srcId="{0093AE5F-4CDB-4D8C-8C6E-2676D6AEBEBE}" destId="{4B664496-ABDC-4C69-8B55-1AD1B96BB642}" srcOrd="0" destOrd="0" presId="urn:microsoft.com/office/officeart/2005/8/layout/hierarchy3"/>
    <dgm:cxn modelId="{91357FDF-CCCB-4770-8F60-5C9876DC23F1}" type="presParOf" srcId="{0093AE5F-4CDB-4D8C-8C6E-2676D6AEBEBE}" destId="{A66C8DEC-EAA9-48F1-BAF4-00870F00DAF4}" srcOrd="1" destOrd="0" presId="urn:microsoft.com/office/officeart/2005/8/layout/hierarchy3"/>
    <dgm:cxn modelId="{9DDE8D1D-DCFE-4CBB-AB02-291C87562F39}" type="presParOf" srcId="{64AE48D2-FD0E-49DE-991E-0734BDE53428}" destId="{C78FA79A-506A-415D-841E-2EDFE83329AB}" srcOrd="1" destOrd="0" presId="urn:microsoft.com/office/officeart/2005/8/layout/hierarchy3"/>
    <dgm:cxn modelId="{8408B3EF-2B50-4E32-BC17-99C3FF4A6E2D}" type="presParOf" srcId="{C78FA79A-506A-415D-841E-2EDFE83329AB}" destId="{4EF4AF21-7668-477B-8A28-D5D383292A7F}" srcOrd="0" destOrd="0" presId="urn:microsoft.com/office/officeart/2005/8/layout/hierarchy3"/>
    <dgm:cxn modelId="{35FF1C45-AFFF-4C59-9565-353BEA8A1801}" type="presParOf" srcId="{C78FA79A-506A-415D-841E-2EDFE83329AB}" destId="{9907AE8D-9071-4F44-A294-34DA4B03BB56}" srcOrd="1" destOrd="0" presId="urn:microsoft.com/office/officeart/2005/8/layout/hierarchy3"/>
    <dgm:cxn modelId="{CC38A031-E770-40F6-B612-93E5696EBF76}" type="presParOf" srcId="{C78FA79A-506A-415D-841E-2EDFE83329AB}" destId="{874C520B-4EF3-4B8C-8B72-D2D8BDE0D2D5}" srcOrd="2" destOrd="0" presId="urn:microsoft.com/office/officeart/2005/8/layout/hierarchy3"/>
    <dgm:cxn modelId="{DC2DDC3B-A989-4883-8281-E9171EB55DF9}" type="presParOf" srcId="{C78FA79A-506A-415D-841E-2EDFE83329AB}" destId="{A100EF49-9132-481E-A3A6-F71461519B58}" srcOrd="3" destOrd="0" presId="urn:microsoft.com/office/officeart/2005/8/layout/hierarchy3"/>
    <dgm:cxn modelId="{5447E8B1-3D0E-4ECB-9326-81D1E0D34BB5}" type="presParOf" srcId="{C78FA79A-506A-415D-841E-2EDFE83329AB}" destId="{8BE361D7-5EF0-4EE4-8361-E8D780BE7C1B}" srcOrd="4" destOrd="0" presId="urn:microsoft.com/office/officeart/2005/8/layout/hierarchy3"/>
    <dgm:cxn modelId="{9F8B4F8C-2029-47FC-808B-CD57AEC1FA26}" type="presParOf" srcId="{C78FA79A-506A-415D-841E-2EDFE83329AB}" destId="{CCE23EF9-E9F7-4034-A51F-F21F36131433}" srcOrd="5" destOrd="0" presId="urn:microsoft.com/office/officeart/2005/8/layout/hierarchy3"/>
    <dgm:cxn modelId="{5F9C95F0-EEF7-496D-B90D-3A3FB5AF3306}" type="presParOf" srcId="{37BBB58E-867C-44E7-8E48-539EB5EFF201}" destId="{3A00BFDD-CCD4-48ED-AE5B-0912832AEA70}" srcOrd="2" destOrd="0" presId="urn:microsoft.com/office/officeart/2005/8/layout/hierarchy3"/>
    <dgm:cxn modelId="{B3D1F48F-31C8-419F-B4DF-F7FD736E916E}" type="presParOf" srcId="{3A00BFDD-CCD4-48ED-AE5B-0912832AEA70}" destId="{82DFEBC6-2995-433D-B172-0E0488066560}" srcOrd="0" destOrd="0" presId="urn:microsoft.com/office/officeart/2005/8/layout/hierarchy3"/>
    <dgm:cxn modelId="{F27A5877-F53D-4CF5-AD00-E532FA15B5FD}" type="presParOf" srcId="{82DFEBC6-2995-433D-B172-0E0488066560}" destId="{6BB8DB35-EC68-4D9C-B31B-4F66FE8400A3}" srcOrd="0" destOrd="0" presId="urn:microsoft.com/office/officeart/2005/8/layout/hierarchy3"/>
    <dgm:cxn modelId="{28AB8746-B198-484B-A149-3DE61AB083FE}" type="presParOf" srcId="{82DFEBC6-2995-433D-B172-0E0488066560}" destId="{6480B7C3-BA33-429D-BFDA-59FEED60C49D}" srcOrd="1" destOrd="0" presId="urn:microsoft.com/office/officeart/2005/8/layout/hierarchy3"/>
    <dgm:cxn modelId="{0A3C2CDD-0B1E-4DBF-A893-736184AD6CE6}" type="presParOf" srcId="{3A00BFDD-CCD4-48ED-AE5B-0912832AEA70}" destId="{F48A87D0-1143-49E3-99BF-A03DC71DA846}" srcOrd="1" destOrd="0" presId="urn:microsoft.com/office/officeart/2005/8/layout/hierarchy3"/>
    <dgm:cxn modelId="{B76A7790-C948-4DF5-9221-8572927EEE2A}" type="presParOf" srcId="{F48A87D0-1143-49E3-99BF-A03DC71DA846}" destId="{7A2250C2-AA56-40D0-9CF9-72ADA8387880}" srcOrd="0" destOrd="0" presId="urn:microsoft.com/office/officeart/2005/8/layout/hierarchy3"/>
    <dgm:cxn modelId="{225C917D-3B23-4107-A092-A84B5DED2CE0}" type="presParOf" srcId="{F48A87D0-1143-49E3-99BF-A03DC71DA846}" destId="{1DA714A6-BD3F-43F6-8452-ED9E2DF95EEA}" srcOrd="1" destOrd="0" presId="urn:microsoft.com/office/officeart/2005/8/layout/hierarchy3"/>
    <dgm:cxn modelId="{5B6BEC5C-99A0-486F-BA19-63B14C75649D}" type="presParOf" srcId="{F48A87D0-1143-49E3-99BF-A03DC71DA846}" destId="{18E3A866-D820-44F5-BF13-4D8DCD73BC12}" srcOrd="2" destOrd="0" presId="urn:microsoft.com/office/officeart/2005/8/layout/hierarchy3"/>
    <dgm:cxn modelId="{AF8D07E5-C809-4036-9373-6986924C7D07}" type="presParOf" srcId="{F48A87D0-1143-49E3-99BF-A03DC71DA846}" destId="{0953BD0F-8566-4D3E-AAB1-394F6AD1501B}" srcOrd="3" destOrd="0" presId="urn:microsoft.com/office/officeart/2005/8/layout/hierarchy3"/>
    <dgm:cxn modelId="{D669D22A-0957-4108-80B3-88DF5137405D}" type="presParOf" srcId="{37BBB58E-867C-44E7-8E48-539EB5EFF201}" destId="{E2D7FC74-9C6B-4417-A61A-9C551B7E07E7}" srcOrd="3" destOrd="0" presId="urn:microsoft.com/office/officeart/2005/8/layout/hierarchy3"/>
    <dgm:cxn modelId="{F362B515-7B1A-4E0C-8524-82B21E2EB2B2}" type="presParOf" srcId="{E2D7FC74-9C6B-4417-A61A-9C551B7E07E7}" destId="{4348C1F4-CD47-4CBA-ADD5-9B96DF69A375}" srcOrd="0" destOrd="0" presId="urn:microsoft.com/office/officeart/2005/8/layout/hierarchy3"/>
    <dgm:cxn modelId="{2B90F413-6B94-4F86-879C-456F69AE7F3C}" type="presParOf" srcId="{4348C1F4-CD47-4CBA-ADD5-9B96DF69A375}" destId="{7C8F877A-B443-45FF-A098-29DCFC181C91}" srcOrd="0" destOrd="0" presId="urn:microsoft.com/office/officeart/2005/8/layout/hierarchy3"/>
    <dgm:cxn modelId="{4CD65675-0E71-4D10-B83E-D519367809CB}" type="presParOf" srcId="{4348C1F4-CD47-4CBA-ADD5-9B96DF69A375}" destId="{746346F9-B0BD-4C69-B2DB-3E2951383417}" srcOrd="1" destOrd="0" presId="urn:microsoft.com/office/officeart/2005/8/layout/hierarchy3"/>
    <dgm:cxn modelId="{54B56F2D-47C4-40DA-B4D5-33F4F602A939}" type="presParOf" srcId="{E2D7FC74-9C6B-4417-A61A-9C551B7E07E7}" destId="{AFEA8977-F0AD-4016-B7DB-50F3E646A89A}" srcOrd="1" destOrd="0" presId="urn:microsoft.com/office/officeart/2005/8/layout/hierarchy3"/>
    <dgm:cxn modelId="{A37D6A89-41A3-43D1-ADF3-69157D2BF95F}" type="presParOf" srcId="{AFEA8977-F0AD-4016-B7DB-50F3E646A89A}" destId="{20C4CB01-C550-46E4-874F-63B879CF03AE}" srcOrd="0" destOrd="0" presId="urn:microsoft.com/office/officeart/2005/8/layout/hierarchy3"/>
    <dgm:cxn modelId="{E4B29439-1021-4DAB-B88F-6EC4B6342FF1}" type="presParOf" srcId="{AFEA8977-F0AD-4016-B7DB-50F3E646A89A}" destId="{0E28F056-485C-4E1D-9C19-E242CA266C39}" srcOrd="1" destOrd="0" presId="urn:microsoft.com/office/officeart/2005/8/layout/hierarchy3"/>
    <dgm:cxn modelId="{173800F6-019C-44D7-8E6B-DD4E45CC4DC6}" type="presParOf" srcId="{AFEA8977-F0AD-4016-B7DB-50F3E646A89A}" destId="{1BE08631-4752-44C2-9E2C-4C7985398A06}" srcOrd="2" destOrd="0" presId="urn:microsoft.com/office/officeart/2005/8/layout/hierarchy3"/>
    <dgm:cxn modelId="{30FFD46D-162A-4EBE-BF3F-AFA082625740}" type="presParOf" srcId="{AFEA8977-F0AD-4016-B7DB-50F3E646A89A}" destId="{F78AAF52-6069-4DEA-9EBB-85AB19539681}" srcOrd="3" destOrd="0" presId="urn:microsoft.com/office/officeart/2005/8/layout/hierarchy3"/>
    <dgm:cxn modelId="{A864D810-C04C-4AD8-8CA4-1E07977770D0}" type="presParOf" srcId="{AFEA8977-F0AD-4016-B7DB-50F3E646A89A}" destId="{DCAC692A-8402-4E33-9458-CA6818968A89}" srcOrd="4" destOrd="0" presId="urn:microsoft.com/office/officeart/2005/8/layout/hierarchy3"/>
    <dgm:cxn modelId="{340E7737-7FD5-4CE8-896E-CD9C0475B84B}" type="presParOf" srcId="{AFEA8977-F0AD-4016-B7DB-50F3E646A89A}" destId="{CB32902E-FFCC-4301-8213-530134BC0FCE}"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279F0F-3C11-4F9D-AF6D-256B4AF02B2E}" type="doc">
      <dgm:prSet loTypeId="urn:microsoft.com/office/officeart/2005/8/layout/hierarchy3" loCatId="list" qsTypeId="urn:microsoft.com/office/officeart/2005/8/quickstyle/simple1" qsCatId="simple" csTypeId="urn:microsoft.com/office/officeart/2005/8/colors/accent6_2" csCatId="accent6" phldr="1"/>
      <dgm:spPr/>
      <dgm:t>
        <a:bodyPr/>
        <a:lstStyle/>
        <a:p>
          <a:endParaRPr lang="en-US"/>
        </a:p>
      </dgm:t>
    </dgm:pt>
    <dgm:pt modelId="{1A06E40C-BAED-4C2D-82AF-8830CC4B27B0}">
      <dgm:prSet phldrT="[Text]" custT="1"/>
      <dgm:spPr/>
      <dgm:t>
        <a:bodyPr/>
        <a:lstStyle/>
        <a:p>
          <a:r>
            <a:rPr lang="en-US" sz="1800" b="1" smtClean="0">
              <a:latin typeface="Times New Roman" panose="02020603050405020304" pitchFamily="18" charset="0"/>
              <a:cs typeface="Times New Roman" panose="02020603050405020304" pitchFamily="18" charset="0"/>
            </a:rPr>
            <a:t>Quản lý phòng ban</a:t>
          </a:r>
          <a:endParaRPr lang="en-US" sz="1800" b="1">
            <a:latin typeface="Times New Roman" panose="02020603050405020304" pitchFamily="18" charset="0"/>
            <a:cs typeface="Times New Roman" panose="02020603050405020304" pitchFamily="18" charset="0"/>
          </a:endParaRPr>
        </a:p>
      </dgm:t>
    </dgm:pt>
    <dgm:pt modelId="{2D08CBD3-34CC-49BF-ABF2-344942DA7748}" type="parTrans" cxnId="{9CD895F7-FF41-4EC1-A68F-A147B6E5DBA0}">
      <dgm:prSet/>
      <dgm:spPr/>
      <dgm:t>
        <a:bodyPr/>
        <a:lstStyle/>
        <a:p>
          <a:endParaRPr lang="en-US" sz="1800">
            <a:latin typeface="Times New Roman" panose="02020603050405020304" pitchFamily="18" charset="0"/>
            <a:cs typeface="Times New Roman" panose="02020603050405020304" pitchFamily="18" charset="0"/>
          </a:endParaRPr>
        </a:p>
      </dgm:t>
    </dgm:pt>
    <dgm:pt modelId="{B0301B55-E4CF-4D91-8BE5-0B704F9DBE91}" type="sibTrans" cxnId="{9CD895F7-FF41-4EC1-A68F-A147B6E5DBA0}">
      <dgm:prSet/>
      <dgm:spPr/>
      <dgm:t>
        <a:bodyPr/>
        <a:lstStyle/>
        <a:p>
          <a:endParaRPr lang="en-US" sz="1800">
            <a:latin typeface="Times New Roman" panose="02020603050405020304" pitchFamily="18" charset="0"/>
            <a:cs typeface="Times New Roman" panose="02020603050405020304" pitchFamily="18" charset="0"/>
          </a:endParaRPr>
        </a:p>
      </dgm:t>
    </dgm:pt>
    <dgm:pt modelId="{A64886A4-8C5B-49BC-97EF-15F53CD10C49}">
      <dgm:prSet phldrT="[Text]" custT="1"/>
      <dgm:spPr/>
      <dgm:t>
        <a:bodyPr/>
        <a:lstStyle/>
        <a:p>
          <a:r>
            <a:rPr lang="en-US" sz="1800" smtClean="0">
              <a:latin typeface="Times New Roman" panose="02020603050405020304" pitchFamily="18" charset="0"/>
              <a:cs typeface="Times New Roman" panose="02020603050405020304" pitchFamily="18" charset="0"/>
            </a:rPr>
            <a:t>Thêm phòng ban</a:t>
          </a:r>
          <a:endParaRPr lang="en-US" sz="1800">
            <a:latin typeface="Times New Roman" panose="02020603050405020304" pitchFamily="18" charset="0"/>
            <a:cs typeface="Times New Roman" panose="02020603050405020304" pitchFamily="18" charset="0"/>
          </a:endParaRPr>
        </a:p>
      </dgm:t>
    </dgm:pt>
    <dgm:pt modelId="{6CD1527C-4854-4EE0-B270-5B349089E589}" type="parTrans" cxnId="{7C3E91E7-847E-40C8-BCA0-351F76EC1A94}">
      <dgm:prSet/>
      <dgm:spPr/>
      <dgm:t>
        <a:bodyPr/>
        <a:lstStyle/>
        <a:p>
          <a:endParaRPr lang="en-US" sz="1800">
            <a:latin typeface="Times New Roman" panose="02020603050405020304" pitchFamily="18" charset="0"/>
            <a:cs typeface="Times New Roman" panose="02020603050405020304" pitchFamily="18" charset="0"/>
          </a:endParaRPr>
        </a:p>
      </dgm:t>
    </dgm:pt>
    <dgm:pt modelId="{C85183F7-7DD9-44B2-886C-63C842F45D29}" type="sibTrans" cxnId="{7C3E91E7-847E-40C8-BCA0-351F76EC1A94}">
      <dgm:prSet/>
      <dgm:spPr/>
      <dgm:t>
        <a:bodyPr/>
        <a:lstStyle/>
        <a:p>
          <a:endParaRPr lang="en-US" sz="1800">
            <a:latin typeface="Times New Roman" panose="02020603050405020304" pitchFamily="18" charset="0"/>
            <a:cs typeface="Times New Roman" panose="02020603050405020304" pitchFamily="18" charset="0"/>
          </a:endParaRPr>
        </a:p>
      </dgm:t>
    </dgm:pt>
    <dgm:pt modelId="{5B768CDA-AF24-4AD5-B9D2-F261B106DE97}">
      <dgm:prSet phldrT="[Text]" custT="1"/>
      <dgm:spPr/>
      <dgm:t>
        <a:bodyPr/>
        <a:lstStyle/>
        <a:p>
          <a:r>
            <a:rPr lang="en-US" sz="1800" smtClean="0">
              <a:latin typeface="Times New Roman" panose="02020603050405020304" pitchFamily="18" charset="0"/>
              <a:cs typeface="Times New Roman" panose="02020603050405020304" pitchFamily="18" charset="0"/>
            </a:rPr>
            <a:t>Xóa phòng ban</a:t>
          </a:r>
          <a:endParaRPr lang="en-US" sz="1800">
            <a:latin typeface="Times New Roman" panose="02020603050405020304" pitchFamily="18" charset="0"/>
            <a:cs typeface="Times New Roman" panose="02020603050405020304" pitchFamily="18" charset="0"/>
          </a:endParaRPr>
        </a:p>
      </dgm:t>
    </dgm:pt>
    <dgm:pt modelId="{F036DB96-4587-4971-8046-0DA4577A6D8D}" type="parTrans" cxnId="{1B571B0F-FA45-4BE2-A70C-46B86C95C5C4}">
      <dgm:prSet/>
      <dgm:spPr/>
      <dgm:t>
        <a:bodyPr/>
        <a:lstStyle/>
        <a:p>
          <a:endParaRPr lang="en-US" sz="1800">
            <a:latin typeface="Times New Roman" panose="02020603050405020304" pitchFamily="18" charset="0"/>
            <a:cs typeface="Times New Roman" panose="02020603050405020304" pitchFamily="18" charset="0"/>
          </a:endParaRPr>
        </a:p>
      </dgm:t>
    </dgm:pt>
    <dgm:pt modelId="{821A624E-33C3-4007-89DD-D271D49567C4}" type="sibTrans" cxnId="{1B571B0F-FA45-4BE2-A70C-46B86C95C5C4}">
      <dgm:prSet/>
      <dgm:spPr/>
      <dgm:t>
        <a:bodyPr/>
        <a:lstStyle/>
        <a:p>
          <a:endParaRPr lang="en-US" sz="1800">
            <a:latin typeface="Times New Roman" panose="02020603050405020304" pitchFamily="18" charset="0"/>
            <a:cs typeface="Times New Roman" panose="02020603050405020304" pitchFamily="18" charset="0"/>
          </a:endParaRPr>
        </a:p>
      </dgm:t>
    </dgm:pt>
    <dgm:pt modelId="{5AF9A0F3-70BA-47FC-BF77-B5D017C2AFE0}">
      <dgm:prSet phldrT="[Text]" custT="1"/>
      <dgm:spPr/>
      <dgm:t>
        <a:bodyPr/>
        <a:lstStyle/>
        <a:p>
          <a:r>
            <a:rPr lang="en-US" sz="1800" b="1" smtClean="0">
              <a:latin typeface="Times New Roman" panose="02020603050405020304" pitchFamily="18" charset="0"/>
              <a:cs typeface="Times New Roman" panose="02020603050405020304" pitchFamily="18" charset="0"/>
            </a:rPr>
            <a:t>Quản lý phụ cấp</a:t>
          </a:r>
          <a:endParaRPr lang="en-US" sz="1800" b="1">
            <a:latin typeface="Times New Roman" panose="02020603050405020304" pitchFamily="18" charset="0"/>
            <a:cs typeface="Times New Roman" panose="02020603050405020304" pitchFamily="18" charset="0"/>
          </a:endParaRPr>
        </a:p>
      </dgm:t>
    </dgm:pt>
    <dgm:pt modelId="{1FCECFA2-22A0-4DED-9DE6-5B040DE45ABE}" type="parTrans" cxnId="{80277476-05F8-415D-88F4-2F012C577495}">
      <dgm:prSet/>
      <dgm:spPr/>
      <dgm:t>
        <a:bodyPr/>
        <a:lstStyle/>
        <a:p>
          <a:endParaRPr lang="en-US" sz="1800">
            <a:latin typeface="Times New Roman" panose="02020603050405020304" pitchFamily="18" charset="0"/>
            <a:cs typeface="Times New Roman" panose="02020603050405020304" pitchFamily="18" charset="0"/>
          </a:endParaRPr>
        </a:p>
      </dgm:t>
    </dgm:pt>
    <dgm:pt modelId="{81376790-FE1C-4BCD-A408-3A71F39B4CE0}" type="sibTrans" cxnId="{80277476-05F8-415D-88F4-2F012C577495}">
      <dgm:prSet/>
      <dgm:spPr/>
      <dgm:t>
        <a:bodyPr/>
        <a:lstStyle/>
        <a:p>
          <a:endParaRPr lang="en-US" sz="1800">
            <a:latin typeface="Times New Roman" panose="02020603050405020304" pitchFamily="18" charset="0"/>
            <a:cs typeface="Times New Roman" panose="02020603050405020304" pitchFamily="18" charset="0"/>
          </a:endParaRPr>
        </a:p>
      </dgm:t>
    </dgm:pt>
    <dgm:pt modelId="{85FDAE68-10CE-4AC2-90CD-3A1F141A4A57}">
      <dgm:prSet phldrT="[Text]" custT="1"/>
      <dgm:spPr/>
      <dgm:t>
        <a:bodyPr/>
        <a:lstStyle/>
        <a:p>
          <a:r>
            <a:rPr lang="en-US" sz="1800" smtClean="0">
              <a:latin typeface="Times New Roman" panose="02020603050405020304" pitchFamily="18" charset="0"/>
              <a:cs typeface="Times New Roman" panose="02020603050405020304" pitchFamily="18" charset="0"/>
            </a:rPr>
            <a:t>Thêm phụ cấp</a:t>
          </a:r>
          <a:endParaRPr lang="en-US" sz="1800">
            <a:latin typeface="Times New Roman" panose="02020603050405020304" pitchFamily="18" charset="0"/>
            <a:cs typeface="Times New Roman" panose="02020603050405020304" pitchFamily="18" charset="0"/>
          </a:endParaRPr>
        </a:p>
      </dgm:t>
    </dgm:pt>
    <dgm:pt modelId="{8A2E3BE4-58E1-4E70-B1D8-465B3CE08564}" type="parTrans" cxnId="{EA86B59C-AF80-4F38-9342-F0750BE23256}">
      <dgm:prSet/>
      <dgm:spPr/>
      <dgm:t>
        <a:bodyPr/>
        <a:lstStyle/>
        <a:p>
          <a:endParaRPr lang="en-US" sz="1800">
            <a:latin typeface="Times New Roman" panose="02020603050405020304" pitchFamily="18" charset="0"/>
            <a:cs typeface="Times New Roman" panose="02020603050405020304" pitchFamily="18" charset="0"/>
          </a:endParaRPr>
        </a:p>
      </dgm:t>
    </dgm:pt>
    <dgm:pt modelId="{1E4B4AA9-A261-482B-A97C-ED51D03130FA}" type="sibTrans" cxnId="{EA86B59C-AF80-4F38-9342-F0750BE23256}">
      <dgm:prSet/>
      <dgm:spPr/>
      <dgm:t>
        <a:bodyPr/>
        <a:lstStyle/>
        <a:p>
          <a:endParaRPr lang="en-US" sz="1800">
            <a:latin typeface="Times New Roman" panose="02020603050405020304" pitchFamily="18" charset="0"/>
            <a:cs typeface="Times New Roman" panose="02020603050405020304" pitchFamily="18" charset="0"/>
          </a:endParaRPr>
        </a:p>
      </dgm:t>
    </dgm:pt>
    <dgm:pt modelId="{F248CF51-0011-445D-8369-4160AF3D34B3}">
      <dgm:prSet phldrT="[Text]" custT="1"/>
      <dgm:spPr/>
      <dgm:t>
        <a:bodyPr/>
        <a:lstStyle/>
        <a:p>
          <a:r>
            <a:rPr lang="en-US" sz="1800" smtClean="0">
              <a:latin typeface="Times New Roman" panose="02020603050405020304" pitchFamily="18" charset="0"/>
              <a:cs typeface="Times New Roman" panose="02020603050405020304" pitchFamily="18" charset="0"/>
            </a:rPr>
            <a:t>Sửa phụ cấp</a:t>
          </a:r>
          <a:endParaRPr lang="en-US" sz="1800">
            <a:latin typeface="Times New Roman" panose="02020603050405020304" pitchFamily="18" charset="0"/>
            <a:cs typeface="Times New Roman" panose="02020603050405020304" pitchFamily="18" charset="0"/>
          </a:endParaRPr>
        </a:p>
      </dgm:t>
    </dgm:pt>
    <dgm:pt modelId="{2D68154D-7C65-4BD5-BD5E-7979F8FD69FE}" type="parTrans" cxnId="{5A966144-5148-4C79-B0C3-7CA53FBE8F9A}">
      <dgm:prSet/>
      <dgm:spPr/>
      <dgm:t>
        <a:bodyPr/>
        <a:lstStyle/>
        <a:p>
          <a:endParaRPr lang="en-US" sz="1800">
            <a:latin typeface="Times New Roman" panose="02020603050405020304" pitchFamily="18" charset="0"/>
            <a:cs typeface="Times New Roman" panose="02020603050405020304" pitchFamily="18" charset="0"/>
          </a:endParaRPr>
        </a:p>
      </dgm:t>
    </dgm:pt>
    <dgm:pt modelId="{FA3742A2-B998-435A-A26F-F7B2DB320FA7}" type="sibTrans" cxnId="{5A966144-5148-4C79-B0C3-7CA53FBE8F9A}">
      <dgm:prSet/>
      <dgm:spPr/>
      <dgm:t>
        <a:bodyPr/>
        <a:lstStyle/>
        <a:p>
          <a:endParaRPr lang="en-US" sz="1800">
            <a:latin typeface="Times New Roman" panose="02020603050405020304" pitchFamily="18" charset="0"/>
            <a:cs typeface="Times New Roman" panose="02020603050405020304" pitchFamily="18" charset="0"/>
          </a:endParaRPr>
        </a:p>
      </dgm:t>
    </dgm:pt>
    <dgm:pt modelId="{C99355F2-2163-402D-A3DC-3651C50B8A31}">
      <dgm:prSet phldrT="[Text]" custT="1"/>
      <dgm:spPr/>
      <dgm:t>
        <a:bodyPr/>
        <a:lstStyle/>
        <a:p>
          <a:r>
            <a:rPr lang="en-US" sz="1800" b="1" dirty="0" smtClean="0">
              <a:latin typeface="Times New Roman" panose="02020603050405020304" pitchFamily="18" charset="0"/>
              <a:cs typeface="Times New Roman" panose="02020603050405020304" pitchFamily="18" charset="0"/>
            </a:rPr>
            <a:t>Quản lý bảo hiểm</a:t>
          </a:r>
          <a:endParaRPr lang="en-US" sz="1800" b="1" dirty="0">
            <a:latin typeface="Times New Roman" panose="02020603050405020304" pitchFamily="18" charset="0"/>
            <a:cs typeface="Times New Roman" panose="02020603050405020304" pitchFamily="18" charset="0"/>
          </a:endParaRPr>
        </a:p>
      </dgm:t>
    </dgm:pt>
    <dgm:pt modelId="{C372D3CE-0DC9-46D1-ADDE-4C109CEFD4FA}" type="parTrans" cxnId="{E0100377-FBE8-40EE-B9F2-C7129AA9737F}">
      <dgm:prSet/>
      <dgm:spPr/>
      <dgm:t>
        <a:bodyPr/>
        <a:lstStyle/>
        <a:p>
          <a:endParaRPr lang="en-US" sz="1800">
            <a:latin typeface="Times New Roman" panose="02020603050405020304" pitchFamily="18" charset="0"/>
            <a:cs typeface="Times New Roman" panose="02020603050405020304" pitchFamily="18" charset="0"/>
          </a:endParaRPr>
        </a:p>
      </dgm:t>
    </dgm:pt>
    <dgm:pt modelId="{B3410118-29AC-40C4-AD5B-2B08B11B13E7}" type="sibTrans" cxnId="{E0100377-FBE8-40EE-B9F2-C7129AA9737F}">
      <dgm:prSet/>
      <dgm:spPr/>
      <dgm:t>
        <a:bodyPr/>
        <a:lstStyle/>
        <a:p>
          <a:endParaRPr lang="en-US" sz="1800">
            <a:latin typeface="Times New Roman" panose="02020603050405020304" pitchFamily="18" charset="0"/>
            <a:cs typeface="Times New Roman" panose="02020603050405020304" pitchFamily="18" charset="0"/>
          </a:endParaRPr>
        </a:p>
      </dgm:t>
    </dgm:pt>
    <dgm:pt modelId="{5B3EE052-63F8-4230-9753-DFA01A825735}">
      <dgm:prSet phldrT="[Text]" custT="1"/>
      <dgm:spPr/>
      <dgm:t>
        <a:bodyPr/>
        <a:lstStyle/>
        <a:p>
          <a:r>
            <a:rPr lang="en-US" sz="1800" dirty="0" smtClean="0">
              <a:latin typeface="Times New Roman" panose="02020603050405020304" pitchFamily="18" charset="0"/>
              <a:cs typeface="Times New Roman" panose="02020603050405020304" pitchFamily="18" charset="0"/>
            </a:rPr>
            <a:t>Thêm bảo hiểm</a:t>
          </a:r>
          <a:endParaRPr lang="en-US" sz="1800" dirty="0">
            <a:latin typeface="Times New Roman" panose="02020603050405020304" pitchFamily="18" charset="0"/>
            <a:cs typeface="Times New Roman" panose="02020603050405020304" pitchFamily="18" charset="0"/>
          </a:endParaRPr>
        </a:p>
      </dgm:t>
    </dgm:pt>
    <dgm:pt modelId="{ED4803CA-10EB-4A3F-AF07-F4F4976C0F5E}" type="parTrans" cxnId="{406882E1-5352-4760-9873-383C59C8427E}">
      <dgm:prSet/>
      <dgm:spPr/>
      <dgm:t>
        <a:bodyPr/>
        <a:lstStyle/>
        <a:p>
          <a:endParaRPr lang="en-US" sz="1800">
            <a:latin typeface="Times New Roman" panose="02020603050405020304" pitchFamily="18" charset="0"/>
            <a:cs typeface="Times New Roman" panose="02020603050405020304" pitchFamily="18" charset="0"/>
          </a:endParaRPr>
        </a:p>
      </dgm:t>
    </dgm:pt>
    <dgm:pt modelId="{73558C1F-6314-4FD2-B06B-8D720BDB69E8}" type="sibTrans" cxnId="{406882E1-5352-4760-9873-383C59C8427E}">
      <dgm:prSet/>
      <dgm:spPr/>
      <dgm:t>
        <a:bodyPr/>
        <a:lstStyle/>
        <a:p>
          <a:endParaRPr lang="en-US" sz="1800">
            <a:latin typeface="Times New Roman" panose="02020603050405020304" pitchFamily="18" charset="0"/>
            <a:cs typeface="Times New Roman" panose="02020603050405020304" pitchFamily="18" charset="0"/>
          </a:endParaRPr>
        </a:p>
      </dgm:t>
    </dgm:pt>
    <dgm:pt modelId="{773957F3-319F-4A00-97C2-C5F9305D44A8}">
      <dgm:prSet phldrT="[Text]" custT="1"/>
      <dgm:spPr/>
      <dgm:t>
        <a:bodyPr/>
        <a:lstStyle/>
        <a:p>
          <a:r>
            <a:rPr lang="en-US" sz="1800" smtClean="0">
              <a:latin typeface="Times New Roman" panose="02020603050405020304" pitchFamily="18" charset="0"/>
              <a:cs typeface="Times New Roman" panose="02020603050405020304" pitchFamily="18" charset="0"/>
            </a:rPr>
            <a:t>Sửa phòng ban</a:t>
          </a:r>
          <a:endParaRPr lang="en-US" sz="1800">
            <a:latin typeface="Times New Roman" panose="02020603050405020304" pitchFamily="18" charset="0"/>
            <a:cs typeface="Times New Roman" panose="02020603050405020304" pitchFamily="18" charset="0"/>
          </a:endParaRPr>
        </a:p>
      </dgm:t>
    </dgm:pt>
    <dgm:pt modelId="{589FB672-F80E-4741-B3DB-E9B6E2E60112}" type="parTrans" cxnId="{6845FE06-5EFB-441D-84B6-37A7A3771936}">
      <dgm:prSet/>
      <dgm:spPr/>
      <dgm:t>
        <a:bodyPr/>
        <a:lstStyle/>
        <a:p>
          <a:endParaRPr lang="en-US" sz="1800">
            <a:latin typeface="Times New Roman" panose="02020603050405020304" pitchFamily="18" charset="0"/>
            <a:cs typeface="Times New Roman" panose="02020603050405020304" pitchFamily="18" charset="0"/>
          </a:endParaRPr>
        </a:p>
      </dgm:t>
    </dgm:pt>
    <dgm:pt modelId="{19F03227-1EBA-49EB-B550-036D2A290995}" type="sibTrans" cxnId="{6845FE06-5EFB-441D-84B6-37A7A3771936}">
      <dgm:prSet/>
      <dgm:spPr/>
      <dgm:t>
        <a:bodyPr/>
        <a:lstStyle/>
        <a:p>
          <a:endParaRPr lang="en-US" sz="1800">
            <a:latin typeface="Times New Roman" panose="02020603050405020304" pitchFamily="18" charset="0"/>
            <a:cs typeface="Times New Roman" panose="02020603050405020304" pitchFamily="18" charset="0"/>
          </a:endParaRPr>
        </a:p>
      </dgm:t>
    </dgm:pt>
    <dgm:pt modelId="{92FF43DE-01A2-4E2F-AEA5-9D77C28707F2}">
      <dgm:prSet phldrT="[Text]" custT="1"/>
      <dgm:spPr/>
      <dgm:t>
        <a:bodyPr/>
        <a:lstStyle/>
        <a:p>
          <a:r>
            <a:rPr lang="en-US" sz="1800" smtClean="0">
              <a:latin typeface="Times New Roman" panose="02020603050405020304" pitchFamily="18" charset="0"/>
              <a:cs typeface="Times New Roman" panose="02020603050405020304" pitchFamily="18" charset="0"/>
            </a:rPr>
            <a:t>Xóa phụ cấp</a:t>
          </a:r>
          <a:endParaRPr lang="en-US" sz="1800">
            <a:latin typeface="Times New Roman" panose="02020603050405020304" pitchFamily="18" charset="0"/>
            <a:cs typeface="Times New Roman" panose="02020603050405020304" pitchFamily="18" charset="0"/>
          </a:endParaRPr>
        </a:p>
      </dgm:t>
    </dgm:pt>
    <dgm:pt modelId="{4D8691AC-DD54-4895-AC79-44361B0E6184}" type="parTrans" cxnId="{24B3B325-4881-4323-BED1-0A3D15C693A8}">
      <dgm:prSet/>
      <dgm:spPr/>
      <dgm:t>
        <a:bodyPr/>
        <a:lstStyle/>
        <a:p>
          <a:endParaRPr lang="en-US" sz="1800">
            <a:latin typeface="Times New Roman" panose="02020603050405020304" pitchFamily="18" charset="0"/>
            <a:cs typeface="Times New Roman" panose="02020603050405020304" pitchFamily="18" charset="0"/>
          </a:endParaRPr>
        </a:p>
      </dgm:t>
    </dgm:pt>
    <dgm:pt modelId="{7D42EF58-4F56-4617-8A56-3C0F13981D57}" type="sibTrans" cxnId="{24B3B325-4881-4323-BED1-0A3D15C693A8}">
      <dgm:prSet/>
      <dgm:spPr/>
      <dgm:t>
        <a:bodyPr/>
        <a:lstStyle/>
        <a:p>
          <a:endParaRPr lang="en-US" sz="1800">
            <a:latin typeface="Times New Roman" panose="02020603050405020304" pitchFamily="18" charset="0"/>
            <a:cs typeface="Times New Roman" panose="02020603050405020304" pitchFamily="18" charset="0"/>
          </a:endParaRPr>
        </a:p>
      </dgm:t>
    </dgm:pt>
    <dgm:pt modelId="{E8547A9A-4C01-467E-A268-D968B9B2DCA4}">
      <dgm:prSet custT="1"/>
      <dgm:spPr/>
      <dgm:t>
        <a:bodyPr/>
        <a:lstStyle/>
        <a:p>
          <a:r>
            <a:rPr lang="en-US" sz="1800" smtClean="0">
              <a:latin typeface="Times New Roman" panose="02020603050405020304" pitchFamily="18" charset="0"/>
              <a:cs typeface="Times New Roman" panose="02020603050405020304" pitchFamily="18" charset="0"/>
            </a:rPr>
            <a:t>Sửa bảo hiểm</a:t>
          </a:r>
          <a:endParaRPr lang="en-US" sz="1800">
            <a:latin typeface="Times New Roman" panose="02020603050405020304" pitchFamily="18" charset="0"/>
            <a:cs typeface="Times New Roman" panose="02020603050405020304" pitchFamily="18" charset="0"/>
          </a:endParaRPr>
        </a:p>
      </dgm:t>
    </dgm:pt>
    <dgm:pt modelId="{F9861DCD-D1E1-4A38-8F29-1B8515A30B27}" type="parTrans" cxnId="{AF2AA359-5F4B-44E0-AE27-5D10F14CE15D}">
      <dgm:prSet/>
      <dgm:spPr/>
      <dgm:t>
        <a:bodyPr/>
        <a:lstStyle/>
        <a:p>
          <a:endParaRPr lang="en-US" sz="1800">
            <a:latin typeface="Times New Roman" panose="02020603050405020304" pitchFamily="18" charset="0"/>
            <a:cs typeface="Times New Roman" panose="02020603050405020304" pitchFamily="18" charset="0"/>
          </a:endParaRPr>
        </a:p>
      </dgm:t>
    </dgm:pt>
    <dgm:pt modelId="{148F7BD5-1270-4C43-8DCF-CA3CFA225E56}" type="sibTrans" cxnId="{AF2AA359-5F4B-44E0-AE27-5D10F14CE15D}">
      <dgm:prSet/>
      <dgm:spPr/>
      <dgm:t>
        <a:bodyPr/>
        <a:lstStyle/>
        <a:p>
          <a:endParaRPr lang="en-US" sz="1800">
            <a:latin typeface="Times New Roman" panose="02020603050405020304" pitchFamily="18" charset="0"/>
            <a:cs typeface="Times New Roman" panose="02020603050405020304" pitchFamily="18" charset="0"/>
          </a:endParaRPr>
        </a:p>
      </dgm:t>
    </dgm:pt>
    <dgm:pt modelId="{A2C442CF-4F04-4F09-A937-B3C06AD43E7B}">
      <dgm:prSet custT="1"/>
      <dgm:spPr/>
      <dgm:t>
        <a:bodyPr/>
        <a:lstStyle/>
        <a:p>
          <a:r>
            <a:rPr lang="en-US" sz="1800" smtClean="0">
              <a:latin typeface="Times New Roman" panose="02020603050405020304" pitchFamily="18" charset="0"/>
              <a:cs typeface="Times New Roman" panose="02020603050405020304" pitchFamily="18" charset="0"/>
            </a:rPr>
            <a:t>Xóa bảo hiểm</a:t>
          </a:r>
          <a:endParaRPr lang="en-US" sz="1800">
            <a:latin typeface="Times New Roman" panose="02020603050405020304" pitchFamily="18" charset="0"/>
            <a:cs typeface="Times New Roman" panose="02020603050405020304" pitchFamily="18" charset="0"/>
          </a:endParaRPr>
        </a:p>
      </dgm:t>
    </dgm:pt>
    <dgm:pt modelId="{690BBCF7-76FB-490B-836C-1236D2310D08}" type="parTrans" cxnId="{F7CDA18A-84BF-4247-9BC5-54B7476418A8}">
      <dgm:prSet/>
      <dgm:spPr/>
      <dgm:t>
        <a:bodyPr/>
        <a:lstStyle/>
        <a:p>
          <a:endParaRPr lang="en-US" sz="1800">
            <a:latin typeface="Times New Roman" panose="02020603050405020304" pitchFamily="18" charset="0"/>
            <a:cs typeface="Times New Roman" panose="02020603050405020304" pitchFamily="18" charset="0"/>
          </a:endParaRPr>
        </a:p>
      </dgm:t>
    </dgm:pt>
    <dgm:pt modelId="{CF1E73AB-F97E-4DEE-AFF3-FB3893981CA0}" type="sibTrans" cxnId="{F7CDA18A-84BF-4247-9BC5-54B7476418A8}">
      <dgm:prSet/>
      <dgm:spPr/>
      <dgm:t>
        <a:bodyPr/>
        <a:lstStyle/>
        <a:p>
          <a:endParaRPr lang="en-US" sz="1800">
            <a:latin typeface="Times New Roman" panose="02020603050405020304" pitchFamily="18" charset="0"/>
            <a:cs typeface="Times New Roman" panose="02020603050405020304" pitchFamily="18" charset="0"/>
          </a:endParaRPr>
        </a:p>
      </dgm:t>
    </dgm:pt>
    <dgm:pt modelId="{7C794C83-AA51-40F1-B4CB-C3331ED26488}">
      <dgm:prSet phldrT="[Text]" custT="1"/>
      <dgm:spPr/>
      <dgm:t>
        <a:bodyPr/>
        <a:lstStyle/>
        <a:p>
          <a:r>
            <a:rPr lang="en-US" sz="1800" b="1" smtClean="0">
              <a:latin typeface="Times New Roman" panose="02020603050405020304" pitchFamily="18" charset="0"/>
              <a:cs typeface="Times New Roman" panose="02020603050405020304" pitchFamily="18" charset="0"/>
            </a:rPr>
            <a:t>Thống kê chấm công</a:t>
          </a:r>
          <a:endParaRPr lang="en-US" sz="1800" b="1">
            <a:latin typeface="Times New Roman" panose="02020603050405020304" pitchFamily="18" charset="0"/>
            <a:cs typeface="Times New Roman" panose="02020603050405020304" pitchFamily="18" charset="0"/>
          </a:endParaRPr>
        </a:p>
      </dgm:t>
    </dgm:pt>
    <dgm:pt modelId="{F872A7C8-EE2D-4E54-8643-4FE15C77947D}" type="parTrans" cxnId="{AA7268C1-A51F-4284-B2C1-D0A6A1DEBB10}">
      <dgm:prSet/>
      <dgm:spPr/>
      <dgm:t>
        <a:bodyPr/>
        <a:lstStyle/>
        <a:p>
          <a:endParaRPr lang="en-US" sz="1800">
            <a:latin typeface="Times New Roman" panose="02020603050405020304" pitchFamily="18" charset="0"/>
            <a:cs typeface="Times New Roman" panose="02020603050405020304" pitchFamily="18" charset="0"/>
          </a:endParaRPr>
        </a:p>
      </dgm:t>
    </dgm:pt>
    <dgm:pt modelId="{3619AD85-F315-47AE-8EFF-21464446B988}" type="sibTrans" cxnId="{AA7268C1-A51F-4284-B2C1-D0A6A1DEBB10}">
      <dgm:prSet/>
      <dgm:spPr/>
      <dgm:t>
        <a:bodyPr/>
        <a:lstStyle/>
        <a:p>
          <a:endParaRPr lang="en-US" sz="1800">
            <a:latin typeface="Times New Roman" panose="02020603050405020304" pitchFamily="18" charset="0"/>
            <a:cs typeface="Times New Roman" panose="02020603050405020304" pitchFamily="18" charset="0"/>
          </a:endParaRPr>
        </a:p>
      </dgm:t>
    </dgm:pt>
    <dgm:pt modelId="{36286039-BA57-4431-83D2-FE628B4B4B20}">
      <dgm:prSet phldrT="[Text]" custT="1"/>
      <dgm:spPr/>
      <dgm:t>
        <a:bodyPr/>
        <a:lstStyle/>
        <a:p>
          <a:pPr algn="ctr"/>
          <a:r>
            <a:rPr lang="en-US" sz="1800" dirty="0" smtClean="0">
              <a:latin typeface="Times New Roman" panose="02020603050405020304" pitchFamily="18" charset="0"/>
              <a:cs typeface="Times New Roman" panose="02020603050405020304" pitchFamily="18" charset="0"/>
            </a:rPr>
            <a:t>Xem chấm công theo ngày, tháng, tên nhân viên, phòng ban… </a:t>
          </a:r>
          <a:endParaRPr lang="en-US" sz="1800" dirty="0">
            <a:latin typeface="Times New Roman" panose="02020603050405020304" pitchFamily="18" charset="0"/>
            <a:cs typeface="Times New Roman" panose="02020603050405020304" pitchFamily="18" charset="0"/>
          </a:endParaRPr>
        </a:p>
      </dgm:t>
    </dgm:pt>
    <dgm:pt modelId="{8647B786-C579-4866-83DC-2CDACB85A702}" type="parTrans" cxnId="{A837DA7A-9B08-4288-9155-C7E2F0581142}">
      <dgm:prSet/>
      <dgm:spPr/>
      <dgm:t>
        <a:bodyPr/>
        <a:lstStyle/>
        <a:p>
          <a:endParaRPr lang="en-US" sz="1800">
            <a:latin typeface="Times New Roman" panose="02020603050405020304" pitchFamily="18" charset="0"/>
            <a:cs typeface="Times New Roman" panose="02020603050405020304" pitchFamily="18" charset="0"/>
          </a:endParaRPr>
        </a:p>
      </dgm:t>
    </dgm:pt>
    <dgm:pt modelId="{D3BE7909-1800-4B9B-8D5A-746349CA054C}" type="sibTrans" cxnId="{A837DA7A-9B08-4288-9155-C7E2F0581142}">
      <dgm:prSet/>
      <dgm:spPr/>
      <dgm:t>
        <a:bodyPr/>
        <a:lstStyle/>
        <a:p>
          <a:endParaRPr lang="en-US" sz="1800">
            <a:latin typeface="Times New Roman" panose="02020603050405020304" pitchFamily="18" charset="0"/>
            <a:cs typeface="Times New Roman" panose="02020603050405020304" pitchFamily="18" charset="0"/>
          </a:endParaRPr>
        </a:p>
      </dgm:t>
    </dgm:pt>
    <dgm:pt modelId="{D291877B-6E9D-4377-B54E-7B9FF846E4C2}">
      <dgm:prSet phldrT="[Text]" custT="1"/>
      <dgm:spPr/>
      <dgm:t>
        <a:bodyPr/>
        <a:lstStyle/>
        <a:p>
          <a:r>
            <a:rPr lang="en-US" sz="1800" b="1" dirty="0" smtClean="0">
              <a:latin typeface="Times New Roman" panose="02020603050405020304" pitchFamily="18" charset="0"/>
              <a:cs typeface="Times New Roman" panose="02020603050405020304" pitchFamily="18" charset="0"/>
            </a:rPr>
            <a:t>Tìm kiếm thông tin</a:t>
          </a:r>
          <a:endParaRPr lang="en-US" sz="1800" b="1" dirty="0">
            <a:latin typeface="Times New Roman" panose="02020603050405020304" pitchFamily="18" charset="0"/>
            <a:cs typeface="Times New Roman" panose="02020603050405020304" pitchFamily="18" charset="0"/>
          </a:endParaRPr>
        </a:p>
      </dgm:t>
    </dgm:pt>
    <dgm:pt modelId="{AD205266-69A3-4483-808F-CD541C040CD6}" type="parTrans" cxnId="{8A349A60-ACBC-418A-A9E1-3FA83602EB6C}">
      <dgm:prSet/>
      <dgm:spPr/>
      <dgm:t>
        <a:bodyPr/>
        <a:lstStyle/>
        <a:p>
          <a:endParaRPr lang="en-US" sz="1800">
            <a:latin typeface="Times New Roman" panose="02020603050405020304" pitchFamily="18" charset="0"/>
            <a:cs typeface="Times New Roman" panose="02020603050405020304" pitchFamily="18" charset="0"/>
          </a:endParaRPr>
        </a:p>
      </dgm:t>
    </dgm:pt>
    <dgm:pt modelId="{39211B6E-7506-4ABA-ACCD-1CD06326EBDA}" type="sibTrans" cxnId="{8A349A60-ACBC-418A-A9E1-3FA83602EB6C}">
      <dgm:prSet/>
      <dgm:spPr/>
      <dgm:t>
        <a:bodyPr/>
        <a:lstStyle/>
        <a:p>
          <a:endParaRPr lang="en-US" sz="1800">
            <a:latin typeface="Times New Roman" panose="02020603050405020304" pitchFamily="18" charset="0"/>
            <a:cs typeface="Times New Roman" panose="02020603050405020304" pitchFamily="18" charset="0"/>
          </a:endParaRPr>
        </a:p>
      </dgm:t>
    </dgm:pt>
    <dgm:pt modelId="{6D52765F-D660-4FF1-896F-251F358961EE}">
      <dgm:prSet phldrT="[Text]" custT="1"/>
      <dgm:spPr/>
      <dgm:t>
        <a:bodyPr/>
        <a:lstStyle/>
        <a:p>
          <a:r>
            <a:rPr lang="en-US" sz="1800" dirty="0" smtClean="0">
              <a:latin typeface="Times New Roman" panose="02020603050405020304" pitchFamily="18" charset="0"/>
              <a:cs typeface="Times New Roman" panose="02020603050405020304" pitchFamily="18" charset="0"/>
            </a:rPr>
            <a:t>Tìm kiếm thông tin nhân viên theo họ, tên, chức vụ…</a:t>
          </a:r>
          <a:endParaRPr lang="en-US" sz="1800" dirty="0">
            <a:latin typeface="Times New Roman" panose="02020603050405020304" pitchFamily="18" charset="0"/>
            <a:cs typeface="Times New Roman" panose="02020603050405020304" pitchFamily="18" charset="0"/>
          </a:endParaRPr>
        </a:p>
      </dgm:t>
    </dgm:pt>
    <dgm:pt modelId="{05F7F65E-F17E-44E7-A07D-131ED72FAB5B}" type="parTrans" cxnId="{8BB85127-38E5-48E5-93CC-C57B46F5AFBB}">
      <dgm:prSet/>
      <dgm:spPr/>
      <dgm:t>
        <a:bodyPr/>
        <a:lstStyle/>
        <a:p>
          <a:endParaRPr lang="en-US" sz="1800">
            <a:latin typeface="Times New Roman" panose="02020603050405020304" pitchFamily="18" charset="0"/>
            <a:cs typeface="Times New Roman" panose="02020603050405020304" pitchFamily="18" charset="0"/>
          </a:endParaRPr>
        </a:p>
      </dgm:t>
    </dgm:pt>
    <dgm:pt modelId="{CB6A80C7-C1B4-4B61-A750-F47E1828D108}" type="sibTrans" cxnId="{8BB85127-38E5-48E5-93CC-C57B46F5AFBB}">
      <dgm:prSet/>
      <dgm:spPr/>
      <dgm:t>
        <a:bodyPr/>
        <a:lstStyle/>
        <a:p>
          <a:endParaRPr lang="en-US" sz="1800">
            <a:latin typeface="Times New Roman" panose="02020603050405020304" pitchFamily="18" charset="0"/>
            <a:cs typeface="Times New Roman" panose="02020603050405020304" pitchFamily="18" charset="0"/>
          </a:endParaRPr>
        </a:p>
      </dgm:t>
    </dgm:pt>
    <dgm:pt modelId="{7A9CBD34-E253-44C6-A4C0-48F298B8B227}">
      <dgm:prSet phldrT="[Text]"/>
      <dgm:spPr/>
      <dgm:t>
        <a:bodyPr/>
        <a:lstStyle/>
        <a:p>
          <a:r>
            <a:rPr lang="en-US" b="1" dirty="0" smtClean="0">
              <a:latin typeface="Times New Roman" panose="02020603050405020304" pitchFamily="18" charset="0"/>
              <a:cs typeface="Times New Roman" panose="02020603050405020304" pitchFamily="18" charset="0"/>
            </a:rPr>
            <a:t>Quản lý </a:t>
          </a:r>
          <a:r>
            <a:rPr lang="en-US" b="1" dirty="0" smtClean="0">
              <a:latin typeface="Times New Roman" panose="02020603050405020304" pitchFamily="18" charset="0"/>
              <a:cs typeface="Times New Roman" panose="02020603050405020304" pitchFamily="18" charset="0"/>
            </a:rPr>
            <a:t>hợp đồng</a:t>
          </a:r>
          <a:endParaRPr lang="en-US" b="1" dirty="0">
            <a:latin typeface="Times New Roman" panose="02020603050405020304" pitchFamily="18" charset="0"/>
            <a:cs typeface="Times New Roman" panose="02020603050405020304" pitchFamily="18" charset="0"/>
          </a:endParaRPr>
        </a:p>
      </dgm:t>
    </dgm:pt>
    <dgm:pt modelId="{9C3E3D75-2EA4-43E5-A86D-27F6A58E9368}" type="parTrans" cxnId="{0580105C-862F-4FF3-A2DA-26EF50F48595}">
      <dgm:prSet/>
      <dgm:spPr/>
      <dgm:t>
        <a:bodyPr/>
        <a:lstStyle/>
        <a:p>
          <a:endParaRPr lang="en-US"/>
        </a:p>
      </dgm:t>
    </dgm:pt>
    <dgm:pt modelId="{47E225C6-BEB3-49EA-AAB6-F9CE76074146}" type="sibTrans" cxnId="{0580105C-862F-4FF3-A2DA-26EF50F48595}">
      <dgm:prSet/>
      <dgm:spPr/>
      <dgm:t>
        <a:bodyPr/>
        <a:lstStyle/>
        <a:p>
          <a:endParaRPr lang="en-US"/>
        </a:p>
      </dgm:t>
    </dgm:pt>
    <dgm:pt modelId="{2C49124B-1F49-4883-BD3F-EB21A6B0DDBB}">
      <dgm:prSet phldrT="[Text]"/>
      <dgm:spPr/>
      <dgm:t>
        <a:bodyPr/>
        <a:lstStyle/>
        <a:p>
          <a:r>
            <a:rPr lang="en-US" dirty="0" smtClean="0">
              <a:latin typeface="Times New Roman" panose="02020603050405020304" pitchFamily="18" charset="0"/>
              <a:cs typeface="Times New Roman" panose="02020603050405020304" pitchFamily="18" charset="0"/>
            </a:rPr>
            <a:t>Thêm </a:t>
          </a:r>
          <a:r>
            <a:rPr lang="en-US" b="0" dirty="0" smtClean="0">
              <a:latin typeface="Times New Roman" panose="02020603050405020304" pitchFamily="18" charset="0"/>
              <a:cs typeface="Times New Roman" panose="02020603050405020304" pitchFamily="18" charset="0"/>
            </a:rPr>
            <a:t>hợp đồng</a:t>
          </a:r>
          <a:endParaRPr lang="en-US" b="0" dirty="0">
            <a:latin typeface="Times New Roman" panose="02020603050405020304" pitchFamily="18" charset="0"/>
            <a:cs typeface="Times New Roman" panose="02020603050405020304" pitchFamily="18" charset="0"/>
          </a:endParaRPr>
        </a:p>
      </dgm:t>
    </dgm:pt>
    <dgm:pt modelId="{5B1F3D62-61BE-41C5-B9C6-B7E0F8D25FE8}" type="parTrans" cxnId="{5527E288-8E7E-49D7-94D2-679B379EB288}">
      <dgm:prSet/>
      <dgm:spPr/>
      <dgm:t>
        <a:bodyPr/>
        <a:lstStyle/>
        <a:p>
          <a:endParaRPr lang="en-US"/>
        </a:p>
      </dgm:t>
    </dgm:pt>
    <dgm:pt modelId="{5CDED6F2-30F6-4FCA-8120-2E4B17B8C09B}" type="sibTrans" cxnId="{5527E288-8E7E-49D7-94D2-679B379EB288}">
      <dgm:prSet/>
      <dgm:spPr/>
      <dgm:t>
        <a:bodyPr/>
        <a:lstStyle/>
        <a:p>
          <a:endParaRPr lang="en-US"/>
        </a:p>
      </dgm:t>
    </dgm:pt>
    <dgm:pt modelId="{3B489A7A-CF82-416E-8FC6-EDF45A80BAFE}">
      <dgm:prSet/>
      <dgm:spPr/>
      <dgm:t>
        <a:bodyPr/>
        <a:lstStyle/>
        <a:p>
          <a:r>
            <a:rPr lang="en-US" dirty="0" smtClean="0">
              <a:latin typeface="Times New Roman" panose="02020603050405020304" pitchFamily="18" charset="0"/>
              <a:cs typeface="Times New Roman" panose="02020603050405020304" pitchFamily="18" charset="0"/>
            </a:rPr>
            <a:t>Sửa </a:t>
          </a:r>
          <a:r>
            <a:rPr lang="en-US" b="0" dirty="0" smtClean="0">
              <a:latin typeface="Times New Roman" panose="02020603050405020304" pitchFamily="18" charset="0"/>
              <a:cs typeface="Times New Roman" panose="02020603050405020304" pitchFamily="18" charset="0"/>
            </a:rPr>
            <a:t>hợp đồng</a:t>
          </a:r>
          <a:endParaRPr lang="en-US" b="0" dirty="0">
            <a:latin typeface="Times New Roman" panose="02020603050405020304" pitchFamily="18" charset="0"/>
            <a:cs typeface="Times New Roman" panose="02020603050405020304" pitchFamily="18" charset="0"/>
          </a:endParaRPr>
        </a:p>
      </dgm:t>
    </dgm:pt>
    <dgm:pt modelId="{CC96F8F0-6BB3-4B7E-8447-EFF6335902CB}" type="parTrans" cxnId="{8941941F-F46A-4309-AD51-B3FFCEEC36DC}">
      <dgm:prSet/>
      <dgm:spPr/>
      <dgm:t>
        <a:bodyPr/>
        <a:lstStyle/>
        <a:p>
          <a:endParaRPr lang="en-US"/>
        </a:p>
      </dgm:t>
    </dgm:pt>
    <dgm:pt modelId="{4047EB69-3580-4837-A074-E4AE20A8F68A}" type="sibTrans" cxnId="{8941941F-F46A-4309-AD51-B3FFCEEC36DC}">
      <dgm:prSet/>
      <dgm:spPr/>
      <dgm:t>
        <a:bodyPr/>
        <a:lstStyle/>
        <a:p>
          <a:endParaRPr lang="en-US"/>
        </a:p>
      </dgm:t>
    </dgm:pt>
    <dgm:pt modelId="{29C79DAD-2DC0-4BE7-AB20-035D39EA0702}">
      <dgm:prSet/>
      <dgm:spPr/>
      <dgm:t>
        <a:bodyPr/>
        <a:lstStyle/>
        <a:p>
          <a:r>
            <a:rPr lang="en-US" dirty="0" smtClean="0">
              <a:latin typeface="Times New Roman" panose="02020603050405020304" pitchFamily="18" charset="0"/>
              <a:cs typeface="Times New Roman" panose="02020603050405020304" pitchFamily="18" charset="0"/>
            </a:rPr>
            <a:t>Xóa </a:t>
          </a:r>
          <a:r>
            <a:rPr lang="en-US" b="0" dirty="0" smtClean="0">
              <a:latin typeface="Times New Roman" panose="02020603050405020304" pitchFamily="18" charset="0"/>
              <a:cs typeface="Times New Roman" panose="02020603050405020304" pitchFamily="18" charset="0"/>
            </a:rPr>
            <a:t>hợp đồng</a:t>
          </a:r>
          <a:endParaRPr lang="en-US" b="0" dirty="0">
            <a:latin typeface="Times New Roman" panose="02020603050405020304" pitchFamily="18" charset="0"/>
            <a:cs typeface="Times New Roman" panose="02020603050405020304" pitchFamily="18" charset="0"/>
          </a:endParaRPr>
        </a:p>
      </dgm:t>
    </dgm:pt>
    <dgm:pt modelId="{2610C89E-BABE-489E-A224-9E1E72E237FA}" type="parTrans" cxnId="{4917CE6F-422A-47D1-881F-54921E1CDAC9}">
      <dgm:prSet/>
      <dgm:spPr/>
      <dgm:t>
        <a:bodyPr/>
        <a:lstStyle/>
        <a:p>
          <a:endParaRPr lang="en-US"/>
        </a:p>
      </dgm:t>
    </dgm:pt>
    <dgm:pt modelId="{65913EF3-A8D6-4ADD-A975-FD8CAAC188EC}" type="sibTrans" cxnId="{4917CE6F-422A-47D1-881F-54921E1CDAC9}">
      <dgm:prSet/>
      <dgm:spPr/>
      <dgm:t>
        <a:bodyPr/>
        <a:lstStyle/>
        <a:p>
          <a:endParaRPr lang="en-US"/>
        </a:p>
      </dgm:t>
    </dgm:pt>
    <dgm:pt modelId="{37BBB58E-867C-44E7-8E48-539EB5EFF201}" type="pres">
      <dgm:prSet presAssocID="{49279F0F-3C11-4F9D-AF6D-256B4AF02B2E}" presName="diagram" presStyleCnt="0">
        <dgm:presLayoutVars>
          <dgm:chPref val="1"/>
          <dgm:dir/>
          <dgm:animOne val="branch"/>
          <dgm:animLvl val="lvl"/>
          <dgm:resizeHandles/>
        </dgm:presLayoutVars>
      </dgm:prSet>
      <dgm:spPr/>
      <dgm:t>
        <a:bodyPr/>
        <a:lstStyle/>
        <a:p>
          <a:endParaRPr lang="en-US"/>
        </a:p>
      </dgm:t>
    </dgm:pt>
    <dgm:pt modelId="{530D1561-FDC5-48C2-B70A-62B549E357D2}" type="pres">
      <dgm:prSet presAssocID="{1A06E40C-BAED-4C2D-82AF-8830CC4B27B0}" presName="root" presStyleCnt="0"/>
      <dgm:spPr/>
    </dgm:pt>
    <dgm:pt modelId="{FDDECECC-2C62-4C3E-9115-061A23168CAD}" type="pres">
      <dgm:prSet presAssocID="{1A06E40C-BAED-4C2D-82AF-8830CC4B27B0}" presName="rootComposite" presStyleCnt="0"/>
      <dgm:spPr/>
    </dgm:pt>
    <dgm:pt modelId="{D502D3D1-27AD-4F30-9F53-FE3FD056B135}" type="pres">
      <dgm:prSet presAssocID="{1A06E40C-BAED-4C2D-82AF-8830CC4B27B0}" presName="rootText" presStyleLbl="node1" presStyleIdx="0" presStyleCnt="6"/>
      <dgm:spPr/>
      <dgm:t>
        <a:bodyPr/>
        <a:lstStyle/>
        <a:p>
          <a:endParaRPr lang="en-US"/>
        </a:p>
      </dgm:t>
    </dgm:pt>
    <dgm:pt modelId="{7B938160-295B-42DB-A5EF-83C867DAF6EF}" type="pres">
      <dgm:prSet presAssocID="{1A06E40C-BAED-4C2D-82AF-8830CC4B27B0}" presName="rootConnector" presStyleLbl="node1" presStyleIdx="0" presStyleCnt="6"/>
      <dgm:spPr/>
      <dgm:t>
        <a:bodyPr/>
        <a:lstStyle/>
        <a:p>
          <a:endParaRPr lang="en-US"/>
        </a:p>
      </dgm:t>
    </dgm:pt>
    <dgm:pt modelId="{A663CA57-2E36-47A9-8D46-3D06AB16DB39}" type="pres">
      <dgm:prSet presAssocID="{1A06E40C-BAED-4C2D-82AF-8830CC4B27B0}" presName="childShape" presStyleCnt="0"/>
      <dgm:spPr/>
    </dgm:pt>
    <dgm:pt modelId="{0624F259-7CB2-4CD2-B23F-965194A78FFB}" type="pres">
      <dgm:prSet presAssocID="{6CD1527C-4854-4EE0-B270-5B349089E589}" presName="Name13" presStyleLbl="parChTrans1D2" presStyleIdx="0" presStyleCnt="14"/>
      <dgm:spPr/>
      <dgm:t>
        <a:bodyPr/>
        <a:lstStyle/>
        <a:p>
          <a:endParaRPr lang="en-US"/>
        </a:p>
      </dgm:t>
    </dgm:pt>
    <dgm:pt modelId="{B0D250DD-4BD3-4A8B-8304-97EE1AF87474}" type="pres">
      <dgm:prSet presAssocID="{A64886A4-8C5B-49BC-97EF-15F53CD10C49}" presName="childText" presStyleLbl="bgAcc1" presStyleIdx="0" presStyleCnt="14">
        <dgm:presLayoutVars>
          <dgm:bulletEnabled val="1"/>
        </dgm:presLayoutVars>
      </dgm:prSet>
      <dgm:spPr/>
      <dgm:t>
        <a:bodyPr/>
        <a:lstStyle/>
        <a:p>
          <a:endParaRPr lang="en-US"/>
        </a:p>
      </dgm:t>
    </dgm:pt>
    <dgm:pt modelId="{8CBA56E5-4462-41ED-BD19-152FF3A80FBC}" type="pres">
      <dgm:prSet presAssocID="{589FB672-F80E-4741-B3DB-E9B6E2E60112}" presName="Name13" presStyleLbl="parChTrans1D2" presStyleIdx="1" presStyleCnt="14"/>
      <dgm:spPr/>
      <dgm:t>
        <a:bodyPr/>
        <a:lstStyle/>
        <a:p>
          <a:endParaRPr lang="en-US"/>
        </a:p>
      </dgm:t>
    </dgm:pt>
    <dgm:pt modelId="{10C4BDEC-CC3A-46E4-8C3B-3CA4EEAB43B2}" type="pres">
      <dgm:prSet presAssocID="{773957F3-319F-4A00-97C2-C5F9305D44A8}" presName="childText" presStyleLbl="bgAcc1" presStyleIdx="1" presStyleCnt="14">
        <dgm:presLayoutVars>
          <dgm:bulletEnabled val="1"/>
        </dgm:presLayoutVars>
      </dgm:prSet>
      <dgm:spPr/>
      <dgm:t>
        <a:bodyPr/>
        <a:lstStyle/>
        <a:p>
          <a:endParaRPr lang="en-US"/>
        </a:p>
      </dgm:t>
    </dgm:pt>
    <dgm:pt modelId="{1FED8D5E-1180-467A-B530-C2E2C20E8CCF}" type="pres">
      <dgm:prSet presAssocID="{F036DB96-4587-4971-8046-0DA4577A6D8D}" presName="Name13" presStyleLbl="parChTrans1D2" presStyleIdx="2" presStyleCnt="14"/>
      <dgm:spPr/>
      <dgm:t>
        <a:bodyPr/>
        <a:lstStyle/>
        <a:p>
          <a:endParaRPr lang="en-US"/>
        </a:p>
      </dgm:t>
    </dgm:pt>
    <dgm:pt modelId="{49AC1477-5A99-48B2-970B-1D935F785AF1}" type="pres">
      <dgm:prSet presAssocID="{5B768CDA-AF24-4AD5-B9D2-F261B106DE97}" presName="childText" presStyleLbl="bgAcc1" presStyleIdx="2" presStyleCnt="14">
        <dgm:presLayoutVars>
          <dgm:bulletEnabled val="1"/>
        </dgm:presLayoutVars>
      </dgm:prSet>
      <dgm:spPr/>
      <dgm:t>
        <a:bodyPr/>
        <a:lstStyle/>
        <a:p>
          <a:endParaRPr lang="en-US"/>
        </a:p>
      </dgm:t>
    </dgm:pt>
    <dgm:pt modelId="{ED242766-20FF-486C-995F-C6BC3DCA2515}" type="pres">
      <dgm:prSet presAssocID="{5AF9A0F3-70BA-47FC-BF77-B5D017C2AFE0}" presName="root" presStyleCnt="0"/>
      <dgm:spPr/>
    </dgm:pt>
    <dgm:pt modelId="{E0912BCD-2005-460B-B6FD-03746B9B9CC3}" type="pres">
      <dgm:prSet presAssocID="{5AF9A0F3-70BA-47FC-BF77-B5D017C2AFE0}" presName="rootComposite" presStyleCnt="0"/>
      <dgm:spPr/>
    </dgm:pt>
    <dgm:pt modelId="{EF52D82B-3F50-4208-A5CF-3AC24BBFFE22}" type="pres">
      <dgm:prSet presAssocID="{5AF9A0F3-70BA-47FC-BF77-B5D017C2AFE0}" presName="rootText" presStyleLbl="node1" presStyleIdx="1" presStyleCnt="6"/>
      <dgm:spPr/>
      <dgm:t>
        <a:bodyPr/>
        <a:lstStyle/>
        <a:p>
          <a:endParaRPr lang="en-US"/>
        </a:p>
      </dgm:t>
    </dgm:pt>
    <dgm:pt modelId="{382F2AA4-F1E2-4C48-982E-9E3F34EEDEAB}" type="pres">
      <dgm:prSet presAssocID="{5AF9A0F3-70BA-47FC-BF77-B5D017C2AFE0}" presName="rootConnector" presStyleLbl="node1" presStyleIdx="1" presStyleCnt="6"/>
      <dgm:spPr/>
      <dgm:t>
        <a:bodyPr/>
        <a:lstStyle/>
        <a:p>
          <a:endParaRPr lang="en-US"/>
        </a:p>
      </dgm:t>
    </dgm:pt>
    <dgm:pt modelId="{DC0416C0-B3E7-4A0A-A8A8-17CAB3BB978A}" type="pres">
      <dgm:prSet presAssocID="{5AF9A0F3-70BA-47FC-BF77-B5D017C2AFE0}" presName="childShape" presStyleCnt="0"/>
      <dgm:spPr/>
    </dgm:pt>
    <dgm:pt modelId="{5BC25C35-4180-4B75-B73E-718880E9C523}" type="pres">
      <dgm:prSet presAssocID="{8A2E3BE4-58E1-4E70-B1D8-465B3CE08564}" presName="Name13" presStyleLbl="parChTrans1D2" presStyleIdx="3" presStyleCnt="14"/>
      <dgm:spPr/>
      <dgm:t>
        <a:bodyPr/>
        <a:lstStyle/>
        <a:p>
          <a:endParaRPr lang="en-US"/>
        </a:p>
      </dgm:t>
    </dgm:pt>
    <dgm:pt modelId="{4BAB3294-CE48-4AA8-AEFD-0CCAF05BE800}" type="pres">
      <dgm:prSet presAssocID="{85FDAE68-10CE-4AC2-90CD-3A1F141A4A57}" presName="childText" presStyleLbl="bgAcc1" presStyleIdx="3" presStyleCnt="14">
        <dgm:presLayoutVars>
          <dgm:bulletEnabled val="1"/>
        </dgm:presLayoutVars>
      </dgm:prSet>
      <dgm:spPr/>
      <dgm:t>
        <a:bodyPr/>
        <a:lstStyle/>
        <a:p>
          <a:endParaRPr lang="en-US"/>
        </a:p>
      </dgm:t>
    </dgm:pt>
    <dgm:pt modelId="{558DCDB4-1828-4FCC-977D-D33007DF3F4B}" type="pres">
      <dgm:prSet presAssocID="{2D68154D-7C65-4BD5-BD5E-7979F8FD69FE}" presName="Name13" presStyleLbl="parChTrans1D2" presStyleIdx="4" presStyleCnt="14"/>
      <dgm:spPr/>
      <dgm:t>
        <a:bodyPr/>
        <a:lstStyle/>
        <a:p>
          <a:endParaRPr lang="en-US"/>
        </a:p>
      </dgm:t>
    </dgm:pt>
    <dgm:pt modelId="{5BCDD090-4355-4ED2-A742-4BA0967F8300}" type="pres">
      <dgm:prSet presAssocID="{F248CF51-0011-445D-8369-4160AF3D34B3}" presName="childText" presStyleLbl="bgAcc1" presStyleIdx="4" presStyleCnt="14">
        <dgm:presLayoutVars>
          <dgm:bulletEnabled val="1"/>
        </dgm:presLayoutVars>
      </dgm:prSet>
      <dgm:spPr/>
      <dgm:t>
        <a:bodyPr/>
        <a:lstStyle/>
        <a:p>
          <a:endParaRPr lang="en-US"/>
        </a:p>
      </dgm:t>
    </dgm:pt>
    <dgm:pt modelId="{BD0AE655-10D5-44CA-8023-3B4287941380}" type="pres">
      <dgm:prSet presAssocID="{4D8691AC-DD54-4895-AC79-44361B0E6184}" presName="Name13" presStyleLbl="parChTrans1D2" presStyleIdx="5" presStyleCnt="14"/>
      <dgm:spPr/>
      <dgm:t>
        <a:bodyPr/>
        <a:lstStyle/>
        <a:p>
          <a:endParaRPr lang="en-US"/>
        </a:p>
      </dgm:t>
    </dgm:pt>
    <dgm:pt modelId="{EFE064AB-8B0C-47F4-8837-C0730A1CDEB5}" type="pres">
      <dgm:prSet presAssocID="{92FF43DE-01A2-4E2F-AEA5-9D77C28707F2}" presName="childText" presStyleLbl="bgAcc1" presStyleIdx="5" presStyleCnt="14">
        <dgm:presLayoutVars>
          <dgm:bulletEnabled val="1"/>
        </dgm:presLayoutVars>
      </dgm:prSet>
      <dgm:spPr/>
      <dgm:t>
        <a:bodyPr/>
        <a:lstStyle/>
        <a:p>
          <a:endParaRPr lang="en-US"/>
        </a:p>
      </dgm:t>
    </dgm:pt>
    <dgm:pt modelId="{64AE48D2-FD0E-49DE-991E-0734BDE53428}" type="pres">
      <dgm:prSet presAssocID="{C99355F2-2163-402D-A3DC-3651C50B8A31}" presName="root" presStyleCnt="0"/>
      <dgm:spPr/>
    </dgm:pt>
    <dgm:pt modelId="{0093AE5F-4CDB-4D8C-8C6E-2676D6AEBEBE}" type="pres">
      <dgm:prSet presAssocID="{C99355F2-2163-402D-A3DC-3651C50B8A31}" presName="rootComposite" presStyleCnt="0"/>
      <dgm:spPr/>
    </dgm:pt>
    <dgm:pt modelId="{4B664496-ABDC-4C69-8B55-1AD1B96BB642}" type="pres">
      <dgm:prSet presAssocID="{C99355F2-2163-402D-A3DC-3651C50B8A31}" presName="rootText" presStyleLbl="node1" presStyleIdx="2" presStyleCnt="6"/>
      <dgm:spPr/>
      <dgm:t>
        <a:bodyPr/>
        <a:lstStyle/>
        <a:p>
          <a:endParaRPr lang="en-US"/>
        </a:p>
      </dgm:t>
    </dgm:pt>
    <dgm:pt modelId="{A66C8DEC-EAA9-48F1-BAF4-00870F00DAF4}" type="pres">
      <dgm:prSet presAssocID="{C99355F2-2163-402D-A3DC-3651C50B8A31}" presName="rootConnector" presStyleLbl="node1" presStyleIdx="2" presStyleCnt="6"/>
      <dgm:spPr/>
      <dgm:t>
        <a:bodyPr/>
        <a:lstStyle/>
        <a:p>
          <a:endParaRPr lang="en-US"/>
        </a:p>
      </dgm:t>
    </dgm:pt>
    <dgm:pt modelId="{C78FA79A-506A-415D-841E-2EDFE83329AB}" type="pres">
      <dgm:prSet presAssocID="{C99355F2-2163-402D-A3DC-3651C50B8A31}" presName="childShape" presStyleCnt="0"/>
      <dgm:spPr/>
    </dgm:pt>
    <dgm:pt modelId="{4EF4AF21-7668-477B-8A28-D5D383292A7F}" type="pres">
      <dgm:prSet presAssocID="{ED4803CA-10EB-4A3F-AF07-F4F4976C0F5E}" presName="Name13" presStyleLbl="parChTrans1D2" presStyleIdx="6" presStyleCnt="14"/>
      <dgm:spPr/>
      <dgm:t>
        <a:bodyPr/>
        <a:lstStyle/>
        <a:p>
          <a:endParaRPr lang="en-US"/>
        </a:p>
      </dgm:t>
    </dgm:pt>
    <dgm:pt modelId="{9907AE8D-9071-4F44-A294-34DA4B03BB56}" type="pres">
      <dgm:prSet presAssocID="{5B3EE052-63F8-4230-9753-DFA01A825735}" presName="childText" presStyleLbl="bgAcc1" presStyleIdx="6" presStyleCnt="14">
        <dgm:presLayoutVars>
          <dgm:bulletEnabled val="1"/>
        </dgm:presLayoutVars>
      </dgm:prSet>
      <dgm:spPr/>
      <dgm:t>
        <a:bodyPr/>
        <a:lstStyle/>
        <a:p>
          <a:endParaRPr lang="en-US"/>
        </a:p>
      </dgm:t>
    </dgm:pt>
    <dgm:pt modelId="{874C520B-4EF3-4B8C-8B72-D2D8BDE0D2D5}" type="pres">
      <dgm:prSet presAssocID="{F9861DCD-D1E1-4A38-8F29-1B8515A30B27}" presName="Name13" presStyleLbl="parChTrans1D2" presStyleIdx="7" presStyleCnt="14"/>
      <dgm:spPr/>
      <dgm:t>
        <a:bodyPr/>
        <a:lstStyle/>
        <a:p>
          <a:endParaRPr lang="en-US"/>
        </a:p>
      </dgm:t>
    </dgm:pt>
    <dgm:pt modelId="{A100EF49-9132-481E-A3A6-F71461519B58}" type="pres">
      <dgm:prSet presAssocID="{E8547A9A-4C01-467E-A268-D968B9B2DCA4}" presName="childText" presStyleLbl="bgAcc1" presStyleIdx="7" presStyleCnt="14">
        <dgm:presLayoutVars>
          <dgm:bulletEnabled val="1"/>
        </dgm:presLayoutVars>
      </dgm:prSet>
      <dgm:spPr/>
      <dgm:t>
        <a:bodyPr/>
        <a:lstStyle/>
        <a:p>
          <a:endParaRPr lang="en-US"/>
        </a:p>
      </dgm:t>
    </dgm:pt>
    <dgm:pt modelId="{8BE361D7-5EF0-4EE4-8361-E8D780BE7C1B}" type="pres">
      <dgm:prSet presAssocID="{690BBCF7-76FB-490B-836C-1236D2310D08}" presName="Name13" presStyleLbl="parChTrans1D2" presStyleIdx="8" presStyleCnt="14"/>
      <dgm:spPr/>
      <dgm:t>
        <a:bodyPr/>
        <a:lstStyle/>
        <a:p>
          <a:endParaRPr lang="en-US"/>
        </a:p>
      </dgm:t>
    </dgm:pt>
    <dgm:pt modelId="{CCE23EF9-E9F7-4034-A51F-F21F36131433}" type="pres">
      <dgm:prSet presAssocID="{A2C442CF-4F04-4F09-A937-B3C06AD43E7B}" presName="childText" presStyleLbl="bgAcc1" presStyleIdx="8" presStyleCnt="14">
        <dgm:presLayoutVars>
          <dgm:bulletEnabled val="1"/>
        </dgm:presLayoutVars>
      </dgm:prSet>
      <dgm:spPr/>
      <dgm:t>
        <a:bodyPr/>
        <a:lstStyle/>
        <a:p>
          <a:endParaRPr lang="en-US"/>
        </a:p>
      </dgm:t>
    </dgm:pt>
    <dgm:pt modelId="{3A00BFDD-CCD4-48ED-AE5B-0912832AEA70}" type="pres">
      <dgm:prSet presAssocID="{7C794C83-AA51-40F1-B4CB-C3331ED26488}" presName="root" presStyleCnt="0"/>
      <dgm:spPr/>
    </dgm:pt>
    <dgm:pt modelId="{82DFEBC6-2995-433D-B172-0E0488066560}" type="pres">
      <dgm:prSet presAssocID="{7C794C83-AA51-40F1-B4CB-C3331ED26488}" presName="rootComposite" presStyleCnt="0"/>
      <dgm:spPr/>
    </dgm:pt>
    <dgm:pt modelId="{6BB8DB35-EC68-4D9C-B31B-4F66FE8400A3}" type="pres">
      <dgm:prSet presAssocID="{7C794C83-AA51-40F1-B4CB-C3331ED26488}" presName="rootText" presStyleLbl="node1" presStyleIdx="3" presStyleCnt="6" custLinFactX="32102" custLinFactNeighborX="100000"/>
      <dgm:spPr/>
      <dgm:t>
        <a:bodyPr/>
        <a:lstStyle/>
        <a:p>
          <a:endParaRPr lang="en-US"/>
        </a:p>
      </dgm:t>
    </dgm:pt>
    <dgm:pt modelId="{6480B7C3-BA33-429D-BFDA-59FEED60C49D}" type="pres">
      <dgm:prSet presAssocID="{7C794C83-AA51-40F1-B4CB-C3331ED26488}" presName="rootConnector" presStyleLbl="node1" presStyleIdx="3" presStyleCnt="6"/>
      <dgm:spPr/>
      <dgm:t>
        <a:bodyPr/>
        <a:lstStyle/>
        <a:p>
          <a:endParaRPr lang="en-US"/>
        </a:p>
      </dgm:t>
    </dgm:pt>
    <dgm:pt modelId="{F48A87D0-1143-49E3-99BF-A03DC71DA846}" type="pres">
      <dgm:prSet presAssocID="{7C794C83-AA51-40F1-B4CB-C3331ED26488}" presName="childShape" presStyleCnt="0"/>
      <dgm:spPr/>
    </dgm:pt>
    <dgm:pt modelId="{7A2250C2-AA56-40D0-9CF9-72ADA8387880}" type="pres">
      <dgm:prSet presAssocID="{8647B786-C579-4866-83DC-2CDACB85A702}" presName="Name13" presStyleLbl="parChTrans1D2" presStyleIdx="9" presStyleCnt="14"/>
      <dgm:spPr/>
      <dgm:t>
        <a:bodyPr/>
        <a:lstStyle/>
        <a:p>
          <a:endParaRPr lang="en-US"/>
        </a:p>
      </dgm:t>
    </dgm:pt>
    <dgm:pt modelId="{1DA714A6-BD3F-43F6-8452-ED9E2DF95EEA}" type="pres">
      <dgm:prSet presAssocID="{36286039-BA57-4431-83D2-FE628B4B4B20}" presName="childText" presStyleLbl="bgAcc1" presStyleIdx="9" presStyleCnt="14" custScaleX="127161" custScaleY="346931" custLinFactX="65136" custLinFactNeighborX="100000">
        <dgm:presLayoutVars>
          <dgm:bulletEnabled val="1"/>
        </dgm:presLayoutVars>
      </dgm:prSet>
      <dgm:spPr/>
      <dgm:t>
        <a:bodyPr/>
        <a:lstStyle/>
        <a:p>
          <a:endParaRPr lang="en-US"/>
        </a:p>
      </dgm:t>
    </dgm:pt>
    <dgm:pt modelId="{E2D7FC74-9C6B-4417-A61A-9C551B7E07E7}" type="pres">
      <dgm:prSet presAssocID="{D291877B-6E9D-4377-B54E-7B9FF846E4C2}" presName="root" presStyleCnt="0"/>
      <dgm:spPr/>
    </dgm:pt>
    <dgm:pt modelId="{4348C1F4-CD47-4CBA-ADD5-9B96DF69A375}" type="pres">
      <dgm:prSet presAssocID="{D291877B-6E9D-4377-B54E-7B9FF846E4C2}" presName="rootComposite" presStyleCnt="0"/>
      <dgm:spPr/>
    </dgm:pt>
    <dgm:pt modelId="{7C8F877A-B443-45FF-A098-29DCFC181C91}" type="pres">
      <dgm:prSet presAssocID="{D291877B-6E9D-4377-B54E-7B9FF846E4C2}" presName="rootText" presStyleLbl="node1" presStyleIdx="4" presStyleCnt="6" custLinFactX="32102" custLinFactNeighborX="100000"/>
      <dgm:spPr/>
      <dgm:t>
        <a:bodyPr/>
        <a:lstStyle/>
        <a:p>
          <a:endParaRPr lang="en-US"/>
        </a:p>
      </dgm:t>
    </dgm:pt>
    <dgm:pt modelId="{746346F9-B0BD-4C69-B2DB-3E2951383417}" type="pres">
      <dgm:prSet presAssocID="{D291877B-6E9D-4377-B54E-7B9FF846E4C2}" presName="rootConnector" presStyleLbl="node1" presStyleIdx="4" presStyleCnt="6"/>
      <dgm:spPr/>
      <dgm:t>
        <a:bodyPr/>
        <a:lstStyle/>
        <a:p>
          <a:endParaRPr lang="en-US"/>
        </a:p>
      </dgm:t>
    </dgm:pt>
    <dgm:pt modelId="{AFEA8977-F0AD-4016-B7DB-50F3E646A89A}" type="pres">
      <dgm:prSet presAssocID="{D291877B-6E9D-4377-B54E-7B9FF846E4C2}" presName="childShape" presStyleCnt="0"/>
      <dgm:spPr/>
    </dgm:pt>
    <dgm:pt modelId="{20C4CB01-C550-46E4-874F-63B879CF03AE}" type="pres">
      <dgm:prSet presAssocID="{05F7F65E-F17E-44E7-A07D-131ED72FAB5B}" presName="Name13" presStyleLbl="parChTrans1D2" presStyleIdx="10" presStyleCnt="14"/>
      <dgm:spPr/>
      <dgm:t>
        <a:bodyPr/>
        <a:lstStyle/>
        <a:p>
          <a:endParaRPr lang="en-US"/>
        </a:p>
      </dgm:t>
    </dgm:pt>
    <dgm:pt modelId="{0E28F056-485C-4E1D-9C19-E242CA266C39}" type="pres">
      <dgm:prSet presAssocID="{6D52765F-D660-4FF1-896F-251F358961EE}" presName="childText" presStyleLbl="bgAcc1" presStyleIdx="10" presStyleCnt="14" custScaleY="345680" custLinFactX="65136" custLinFactNeighborX="100000">
        <dgm:presLayoutVars>
          <dgm:bulletEnabled val="1"/>
        </dgm:presLayoutVars>
      </dgm:prSet>
      <dgm:spPr/>
      <dgm:t>
        <a:bodyPr/>
        <a:lstStyle/>
        <a:p>
          <a:endParaRPr lang="en-US"/>
        </a:p>
      </dgm:t>
    </dgm:pt>
    <dgm:pt modelId="{6F2174B3-2E66-429A-96CD-B7F6D8304390}" type="pres">
      <dgm:prSet presAssocID="{7A9CBD34-E253-44C6-A4C0-48F298B8B227}" presName="root" presStyleCnt="0"/>
      <dgm:spPr/>
    </dgm:pt>
    <dgm:pt modelId="{439EE71A-4724-4DEC-9A13-019D5E744A29}" type="pres">
      <dgm:prSet presAssocID="{7A9CBD34-E253-44C6-A4C0-48F298B8B227}" presName="rootComposite" presStyleCnt="0"/>
      <dgm:spPr/>
    </dgm:pt>
    <dgm:pt modelId="{FBD3A7E7-30A5-459D-B2DF-2B2D2FE0E66F}" type="pres">
      <dgm:prSet presAssocID="{7A9CBD34-E253-44C6-A4C0-48F298B8B227}" presName="rootText" presStyleLbl="node1" presStyleIdx="5" presStyleCnt="6" custLinFactX="-100000" custLinFactNeighborX="-137393"/>
      <dgm:spPr/>
      <dgm:t>
        <a:bodyPr/>
        <a:lstStyle/>
        <a:p>
          <a:endParaRPr lang="en-US"/>
        </a:p>
      </dgm:t>
    </dgm:pt>
    <dgm:pt modelId="{CB0A2E5A-449D-411B-BC72-FA2A5EBA6C2C}" type="pres">
      <dgm:prSet presAssocID="{7A9CBD34-E253-44C6-A4C0-48F298B8B227}" presName="rootConnector" presStyleLbl="node1" presStyleIdx="5" presStyleCnt="6"/>
      <dgm:spPr/>
      <dgm:t>
        <a:bodyPr/>
        <a:lstStyle/>
        <a:p>
          <a:endParaRPr lang="en-US"/>
        </a:p>
      </dgm:t>
    </dgm:pt>
    <dgm:pt modelId="{32679A68-59D5-4C78-932C-58DB501EADF9}" type="pres">
      <dgm:prSet presAssocID="{7A9CBD34-E253-44C6-A4C0-48F298B8B227}" presName="childShape" presStyleCnt="0"/>
      <dgm:spPr/>
    </dgm:pt>
    <dgm:pt modelId="{5C92FF79-62DD-4A7C-A39C-66111B3A5CFE}" type="pres">
      <dgm:prSet presAssocID="{5B1F3D62-61BE-41C5-B9C6-B7E0F8D25FE8}" presName="Name13" presStyleLbl="parChTrans1D2" presStyleIdx="11" presStyleCnt="14"/>
      <dgm:spPr/>
    </dgm:pt>
    <dgm:pt modelId="{76DDE63E-356C-4DDD-951D-5E5953894DF0}" type="pres">
      <dgm:prSet presAssocID="{2C49124B-1F49-4883-BD3F-EB21A6B0DDBB}" presName="childText" presStyleLbl="bgAcc1" presStyleIdx="11" presStyleCnt="14" custLinFactX="-100000" custLinFactNeighborX="-196781">
        <dgm:presLayoutVars>
          <dgm:bulletEnabled val="1"/>
        </dgm:presLayoutVars>
      </dgm:prSet>
      <dgm:spPr/>
      <dgm:t>
        <a:bodyPr/>
        <a:lstStyle/>
        <a:p>
          <a:endParaRPr lang="en-US"/>
        </a:p>
      </dgm:t>
    </dgm:pt>
    <dgm:pt modelId="{D55C7F14-135F-45F3-B24F-5E44A34D5CC5}" type="pres">
      <dgm:prSet presAssocID="{CC96F8F0-6BB3-4B7E-8447-EFF6335902CB}" presName="Name13" presStyleLbl="parChTrans1D2" presStyleIdx="12" presStyleCnt="14"/>
      <dgm:spPr/>
    </dgm:pt>
    <dgm:pt modelId="{BDB11415-8340-470E-BC41-85899D0E0017}" type="pres">
      <dgm:prSet presAssocID="{3B489A7A-CF82-416E-8FC6-EDF45A80BAFE}" presName="childText" presStyleLbl="bgAcc1" presStyleIdx="12" presStyleCnt="14" custLinFactX="-100000" custLinFactNeighborX="-196781">
        <dgm:presLayoutVars>
          <dgm:bulletEnabled val="1"/>
        </dgm:presLayoutVars>
      </dgm:prSet>
      <dgm:spPr/>
      <dgm:t>
        <a:bodyPr/>
        <a:lstStyle/>
        <a:p>
          <a:endParaRPr lang="en-US"/>
        </a:p>
      </dgm:t>
    </dgm:pt>
    <dgm:pt modelId="{A537C5E9-F517-46AC-B0ED-ABE4378EF615}" type="pres">
      <dgm:prSet presAssocID="{2610C89E-BABE-489E-A224-9E1E72E237FA}" presName="Name13" presStyleLbl="parChTrans1D2" presStyleIdx="13" presStyleCnt="14"/>
      <dgm:spPr/>
    </dgm:pt>
    <dgm:pt modelId="{CD0F36C0-B956-4876-9A44-615990DE7069}" type="pres">
      <dgm:prSet presAssocID="{29C79DAD-2DC0-4BE7-AB20-035D39EA0702}" presName="childText" presStyleLbl="bgAcc1" presStyleIdx="13" presStyleCnt="14" custLinFactX="-100000" custLinFactNeighborX="-196781">
        <dgm:presLayoutVars>
          <dgm:bulletEnabled val="1"/>
        </dgm:presLayoutVars>
      </dgm:prSet>
      <dgm:spPr/>
      <dgm:t>
        <a:bodyPr/>
        <a:lstStyle/>
        <a:p>
          <a:endParaRPr lang="en-US"/>
        </a:p>
      </dgm:t>
    </dgm:pt>
  </dgm:ptLst>
  <dgm:cxnLst>
    <dgm:cxn modelId="{96A2C108-F663-4FB2-B81A-FC1D35490176}" type="presOf" srcId="{A64886A4-8C5B-49BC-97EF-15F53CD10C49}" destId="{B0D250DD-4BD3-4A8B-8304-97EE1AF87474}" srcOrd="0" destOrd="0" presId="urn:microsoft.com/office/officeart/2005/8/layout/hierarchy3"/>
    <dgm:cxn modelId="{FE8BB3DC-01F6-487F-A33B-34A0929698BE}" type="presOf" srcId="{F9861DCD-D1E1-4A38-8F29-1B8515A30B27}" destId="{874C520B-4EF3-4B8C-8B72-D2D8BDE0D2D5}" srcOrd="0" destOrd="0" presId="urn:microsoft.com/office/officeart/2005/8/layout/hierarchy3"/>
    <dgm:cxn modelId="{3F1E82F4-47A4-46A1-929D-71FEAC48ED3B}" type="presOf" srcId="{85FDAE68-10CE-4AC2-90CD-3A1F141A4A57}" destId="{4BAB3294-CE48-4AA8-AEFD-0CCAF05BE800}" srcOrd="0" destOrd="0" presId="urn:microsoft.com/office/officeart/2005/8/layout/hierarchy3"/>
    <dgm:cxn modelId="{D68358E4-59A4-40EB-B7FA-627DEFC42D25}" type="presOf" srcId="{36286039-BA57-4431-83D2-FE628B4B4B20}" destId="{1DA714A6-BD3F-43F6-8452-ED9E2DF95EEA}" srcOrd="0" destOrd="0" presId="urn:microsoft.com/office/officeart/2005/8/layout/hierarchy3"/>
    <dgm:cxn modelId="{5A966144-5148-4C79-B0C3-7CA53FBE8F9A}" srcId="{5AF9A0F3-70BA-47FC-BF77-B5D017C2AFE0}" destId="{F248CF51-0011-445D-8369-4160AF3D34B3}" srcOrd="1" destOrd="0" parTransId="{2D68154D-7C65-4BD5-BD5E-7979F8FD69FE}" sibTransId="{FA3742A2-B998-435A-A26F-F7B2DB320FA7}"/>
    <dgm:cxn modelId="{9CD895F7-FF41-4EC1-A68F-A147B6E5DBA0}" srcId="{49279F0F-3C11-4F9D-AF6D-256B4AF02B2E}" destId="{1A06E40C-BAED-4C2D-82AF-8830CC4B27B0}" srcOrd="0" destOrd="0" parTransId="{2D08CBD3-34CC-49BF-ABF2-344942DA7748}" sibTransId="{B0301B55-E4CF-4D91-8BE5-0B704F9DBE91}"/>
    <dgm:cxn modelId="{1588F85C-41BF-4145-AD30-5893B9DF001E}" type="presOf" srcId="{C99355F2-2163-402D-A3DC-3651C50B8A31}" destId="{A66C8DEC-EAA9-48F1-BAF4-00870F00DAF4}" srcOrd="1" destOrd="0" presId="urn:microsoft.com/office/officeart/2005/8/layout/hierarchy3"/>
    <dgm:cxn modelId="{C05C26D5-081C-49CD-80D1-43EC42070BD8}" type="presOf" srcId="{773957F3-319F-4A00-97C2-C5F9305D44A8}" destId="{10C4BDEC-CC3A-46E4-8C3B-3CA4EEAB43B2}" srcOrd="0" destOrd="0" presId="urn:microsoft.com/office/officeart/2005/8/layout/hierarchy3"/>
    <dgm:cxn modelId="{F7CDA18A-84BF-4247-9BC5-54B7476418A8}" srcId="{C99355F2-2163-402D-A3DC-3651C50B8A31}" destId="{A2C442CF-4F04-4F09-A937-B3C06AD43E7B}" srcOrd="2" destOrd="0" parTransId="{690BBCF7-76FB-490B-836C-1236D2310D08}" sibTransId="{CF1E73AB-F97E-4DEE-AFF3-FB3893981CA0}"/>
    <dgm:cxn modelId="{EA86B59C-AF80-4F38-9342-F0750BE23256}" srcId="{5AF9A0F3-70BA-47FC-BF77-B5D017C2AFE0}" destId="{85FDAE68-10CE-4AC2-90CD-3A1F141A4A57}" srcOrd="0" destOrd="0" parTransId="{8A2E3BE4-58E1-4E70-B1D8-465B3CE08564}" sibTransId="{1E4B4AA9-A261-482B-A97C-ED51D03130FA}"/>
    <dgm:cxn modelId="{B9244B1E-ACAF-4D75-BD19-EB6FD048BD54}" type="presOf" srcId="{5B3EE052-63F8-4230-9753-DFA01A825735}" destId="{9907AE8D-9071-4F44-A294-34DA4B03BB56}" srcOrd="0" destOrd="0" presId="urn:microsoft.com/office/officeart/2005/8/layout/hierarchy3"/>
    <dgm:cxn modelId="{AD0AFD46-42B5-4410-9957-63B993700EBD}" type="presOf" srcId="{7C794C83-AA51-40F1-B4CB-C3331ED26488}" destId="{6480B7C3-BA33-429D-BFDA-59FEED60C49D}" srcOrd="1" destOrd="0" presId="urn:microsoft.com/office/officeart/2005/8/layout/hierarchy3"/>
    <dgm:cxn modelId="{D057CE44-C98B-462F-8DAC-A170A7CBD552}" type="presOf" srcId="{2C49124B-1F49-4883-BD3F-EB21A6B0DDBB}" destId="{76DDE63E-356C-4DDD-951D-5E5953894DF0}" srcOrd="0" destOrd="0" presId="urn:microsoft.com/office/officeart/2005/8/layout/hierarchy3"/>
    <dgm:cxn modelId="{E11BB2A5-0686-4B64-BE12-5008D847A788}" type="presOf" srcId="{8A2E3BE4-58E1-4E70-B1D8-465B3CE08564}" destId="{5BC25C35-4180-4B75-B73E-718880E9C523}" srcOrd="0" destOrd="0" presId="urn:microsoft.com/office/officeart/2005/8/layout/hierarchy3"/>
    <dgm:cxn modelId="{24B3B325-4881-4323-BED1-0A3D15C693A8}" srcId="{5AF9A0F3-70BA-47FC-BF77-B5D017C2AFE0}" destId="{92FF43DE-01A2-4E2F-AEA5-9D77C28707F2}" srcOrd="2" destOrd="0" parTransId="{4D8691AC-DD54-4895-AC79-44361B0E6184}" sibTransId="{7D42EF58-4F56-4617-8A56-3C0F13981D57}"/>
    <dgm:cxn modelId="{21131A90-CD1F-4E3F-8FE1-470D4BDBF059}" type="presOf" srcId="{ED4803CA-10EB-4A3F-AF07-F4F4976C0F5E}" destId="{4EF4AF21-7668-477B-8A28-D5D383292A7F}" srcOrd="0" destOrd="0" presId="urn:microsoft.com/office/officeart/2005/8/layout/hierarchy3"/>
    <dgm:cxn modelId="{6845FE06-5EFB-441D-84B6-37A7A3771936}" srcId="{1A06E40C-BAED-4C2D-82AF-8830CC4B27B0}" destId="{773957F3-319F-4A00-97C2-C5F9305D44A8}" srcOrd="1" destOrd="0" parTransId="{589FB672-F80E-4741-B3DB-E9B6E2E60112}" sibTransId="{19F03227-1EBA-49EB-B550-036D2A290995}"/>
    <dgm:cxn modelId="{406882E1-5352-4760-9873-383C59C8427E}" srcId="{C99355F2-2163-402D-A3DC-3651C50B8A31}" destId="{5B3EE052-63F8-4230-9753-DFA01A825735}" srcOrd="0" destOrd="0" parTransId="{ED4803CA-10EB-4A3F-AF07-F4F4976C0F5E}" sibTransId="{73558C1F-6314-4FD2-B06B-8D720BDB69E8}"/>
    <dgm:cxn modelId="{3D0725F9-5138-4F75-974C-DC3B213E2DA7}" type="presOf" srcId="{1A06E40C-BAED-4C2D-82AF-8830CC4B27B0}" destId="{D502D3D1-27AD-4F30-9F53-FE3FD056B135}" srcOrd="0" destOrd="0" presId="urn:microsoft.com/office/officeart/2005/8/layout/hierarchy3"/>
    <dgm:cxn modelId="{CEF9945C-83E4-48D6-93BC-F992CD73D4AB}" type="presOf" srcId="{E8547A9A-4C01-467E-A268-D968B9B2DCA4}" destId="{A100EF49-9132-481E-A3A6-F71461519B58}" srcOrd="0" destOrd="0" presId="urn:microsoft.com/office/officeart/2005/8/layout/hierarchy3"/>
    <dgm:cxn modelId="{1F9EFA2B-4EFD-4673-9769-2AACE9BB94C3}" type="presOf" srcId="{F036DB96-4587-4971-8046-0DA4577A6D8D}" destId="{1FED8D5E-1180-467A-B530-C2E2C20E8CCF}" srcOrd="0" destOrd="0" presId="urn:microsoft.com/office/officeart/2005/8/layout/hierarchy3"/>
    <dgm:cxn modelId="{8BB85127-38E5-48E5-93CC-C57B46F5AFBB}" srcId="{D291877B-6E9D-4377-B54E-7B9FF846E4C2}" destId="{6D52765F-D660-4FF1-896F-251F358961EE}" srcOrd="0" destOrd="0" parTransId="{05F7F65E-F17E-44E7-A07D-131ED72FAB5B}" sibTransId="{CB6A80C7-C1B4-4B61-A750-F47E1828D108}"/>
    <dgm:cxn modelId="{8A349A60-ACBC-418A-A9E1-3FA83602EB6C}" srcId="{49279F0F-3C11-4F9D-AF6D-256B4AF02B2E}" destId="{D291877B-6E9D-4377-B54E-7B9FF846E4C2}" srcOrd="4" destOrd="0" parTransId="{AD205266-69A3-4483-808F-CD541C040CD6}" sibTransId="{39211B6E-7506-4ABA-ACCD-1CD06326EBDA}"/>
    <dgm:cxn modelId="{A9014079-8255-4D42-8FAD-D29F0F15E0CE}" type="presOf" srcId="{5AF9A0F3-70BA-47FC-BF77-B5D017C2AFE0}" destId="{382F2AA4-F1E2-4C48-982E-9E3F34EEDEAB}" srcOrd="1" destOrd="0" presId="urn:microsoft.com/office/officeart/2005/8/layout/hierarchy3"/>
    <dgm:cxn modelId="{A5C5A845-54F9-4EF8-A0D0-903966C4BA34}" type="presOf" srcId="{6D52765F-D660-4FF1-896F-251F358961EE}" destId="{0E28F056-485C-4E1D-9C19-E242CA266C39}" srcOrd="0" destOrd="0" presId="urn:microsoft.com/office/officeart/2005/8/layout/hierarchy3"/>
    <dgm:cxn modelId="{0580105C-862F-4FF3-A2DA-26EF50F48595}" srcId="{49279F0F-3C11-4F9D-AF6D-256B4AF02B2E}" destId="{7A9CBD34-E253-44C6-A4C0-48F298B8B227}" srcOrd="5" destOrd="0" parTransId="{9C3E3D75-2EA4-43E5-A86D-27F6A58E9368}" sibTransId="{47E225C6-BEB3-49EA-AAB6-F9CE76074146}"/>
    <dgm:cxn modelId="{1BFF3855-AB84-4F0A-96E6-EFFB2D1A55FD}" type="presOf" srcId="{8647B786-C579-4866-83DC-2CDACB85A702}" destId="{7A2250C2-AA56-40D0-9CF9-72ADA8387880}" srcOrd="0" destOrd="0" presId="urn:microsoft.com/office/officeart/2005/8/layout/hierarchy3"/>
    <dgm:cxn modelId="{A112634F-F7B8-4116-B679-152C61E152A1}" type="presOf" srcId="{6CD1527C-4854-4EE0-B270-5B349089E589}" destId="{0624F259-7CB2-4CD2-B23F-965194A78FFB}" srcOrd="0" destOrd="0" presId="urn:microsoft.com/office/officeart/2005/8/layout/hierarchy3"/>
    <dgm:cxn modelId="{8941941F-F46A-4309-AD51-B3FFCEEC36DC}" srcId="{7A9CBD34-E253-44C6-A4C0-48F298B8B227}" destId="{3B489A7A-CF82-416E-8FC6-EDF45A80BAFE}" srcOrd="1" destOrd="0" parTransId="{CC96F8F0-6BB3-4B7E-8447-EFF6335902CB}" sibTransId="{4047EB69-3580-4837-A074-E4AE20A8F68A}"/>
    <dgm:cxn modelId="{298FCE35-71C2-4917-9813-B75FA6D7784A}" type="presOf" srcId="{5AF9A0F3-70BA-47FC-BF77-B5D017C2AFE0}" destId="{EF52D82B-3F50-4208-A5CF-3AC24BBFFE22}" srcOrd="0" destOrd="0" presId="urn:microsoft.com/office/officeart/2005/8/layout/hierarchy3"/>
    <dgm:cxn modelId="{AA7268C1-A51F-4284-B2C1-D0A6A1DEBB10}" srcId="{49279F0F-3C11-4F9D-AF6D-256B4AF02B2E}" destId="{7C794C83-AA51-40F1-B4CB-C3331ED26488}" srcOrd="3" destOrd="0" parTransId="{F872A7C8-EE2D-4E54-8643-4FE15C77947D}" sibTransId="{3619AD85-F315-47AE-8EFF-21464446B988}"/>
    <dgm:cxn modelId="{138F4A74-15F4-4D4F-B7A1-B2A8D764DF23}" type="presOf" srcId="{05F7F65E-F17E-44E7-A07D-131ED72FAB5B}" destId="{20C4CB01-C550-46E4-874F-63B879CF03AE}" srcOrd="0" destOrd="0" presId="urn:microsoft.com/office/officeart/2005/8/layout/hierarchy3"/>
    <dgm:cxn modelId="{3549CE60-5A57-4F8C-A4E3-AE04E0E5A352}" type="presOf" srcId="{589FB672-F80E-4741-B3DB-E9B6E2E60112}" destId="{8CBA56E5-4462-41ED-BD19-152FF3A80FBC}" srcOrd="0" destOrd="0" presId="urn:microsoft.com/office/officeart/2005/8/layout/hierarchy3"/>
    <dgm:cxn modelId="{1B571B0F-FA45-4BE2-A70C-46B86C95C5C4}" srcId="{1A06E40C-BAED-4C2D-82AF-8830CC4B27B0}" destId="{5B768CDA-AF24-4AD5-B9D2-F261B106DE97}" srcOrd="2" destOrd="0" parTransId="{F036DB96-4587-4971-8046-0DA4577A6D8D}" sibTransId="{821A624E-33C3-4007-89DD-D271D49567C4}"/>
    <dgm:cxn modelId="{FE27F545-C135-4529-98AE-033781834BA7}" type="presOf" srcId="{2D68154D-7C65-4BD5-BD5E-7979F8FD69FE}" destId="{558DCDB4-1828-4FCC-977D-D33007DF3F4B}" srcOrd="0" destOrd="0" presId="urn:microsoft.com/office/officeart/2005/8/layout/hierarchy3"/>
    <dgm:cxn modelId="{E0100377-FBE8-40EE-B9F2-C7129AA9737F}" srcId="{49279F0F-3C11-4F9D-AF6D-256B4AF02B2E}" destId="{C99355F2-2163-402D-A3DC-3651C50B8A31}" srcOrd="2" destOrd="0" parTransId="{C372D3CE-0DC9-46D1-ADDE-4C109CEFD4FA}" sibTransId="{B3410118-29AC-40C4-AD5B-2B08B11B13E7}"/>
    <dgm:cxn modelId="{7C3E91E7-847E-40C8-BCA0-351F76EC1A94}" srcId="{1A06E40C-BAED-4C2D-82AF-8830CC4B27B0}" destId="{A64886A4-8C5B-49BC-97EF-15F53CD10C49}" srcOrd="0" destOrd="0" parTransId="{6CD1527C-4854-4EE0-B270-5B349089E589}" sibTransId="{C85183F7-7DD9-44B2-886C-63C842F45D29}"/>
    <dgm:cxn modelId="{334D79F1-5658-407A-9DC8-87D1AEC30AFC}" type="presOf" srcId="{C99355F2-2163-402D-A3DC-3651C50B8A31}" destId="{4B664496-ABDC-4C69-8B55-1AD1B96BB642}" srcOrd="0" destOrd="0" presId="urn:microsoft.com/office/officeart/2005/8/layout/hierarchy3"/>
    <dgm:cxn modelId="{3274CDA0-3E55-485F-8D06-4A9EA0FE21D5}" type="presOf" srcId="{F248CF51-0011-445D-8369-4160AF3D34B3}" destId="{5BCDD090-4355-4ED2-A742-4BA0967F8300}" srcOrd="0" destOrd="0" presId="urn:microsoft.com/office/officeart/2005/8/layout/hierarchy3"/>
    <dgm:cxn modelId="{BB48B870-D609-413D-BA75-3AB6C2580533}" type="presOf" srcId="{D291877B-6E9D-4377-B54E-7B9FF846E4C2}" destId="{746346F9-B0BD-4C69-B2DB-3E2951383417}" srcOrd="1" destOrd="0" presId="urn:microsoft.com/office/officeart/2005/8/layout/hierarchy3"/>
    <dgm:cxn modelId="{749BB4B2-10F0-43F7-83A9-57C67A6CE477}" type="presOf" srcId="{D291877B-6E9D-4377-B54E-7B9FF846E4C2}" destId="{7C8F877A-B443-45FF-A098-29DCFC181C91}" srcOrd="0" destOrd="0" presId="urn:microsoft.com/office/officeart/2005/8/layout/hierarchy3"/>
    <dgm:cxn modelId="{DE61E9FD-1945-422C-A917-66A933DCC3E3}" type="presOf" srcId="{7A9CBD34-E253-44C6-A4C0-48F298B8B227}" destId="{CB0A2E5A-449D-411B-BC72-FA2A5EBA6C2C}" srcOrd="1" destOrd="0" presId="urn:microsoft.com/office/officeart/2005/8/layout/hierarchy3"/>
    <dgm:cxn modelId="{0C88C493-9D01-4C6C-BF46-9DA1C1698D5A}" type="presOf" srcId="{7C794C83-AA51-40F1-B4CB-C3331ED26488}" destId="{6BB8DB35-EC68-4D9C-B31B-4F66FE8400A3}" srcOrd="0" destOrd="0" presId="urn:microsoft.com/office/officeart/2005/8/layout/hierarchy3"/>
    <dgm:cxn modelId="{A837DA7A-9B08-4288-9155-C7E2F0581142}" srcId="{7C794C83-AA51-40F1-B4CB-C3331ED26488}" destId="{36286039-BA57-4431-83D2-FE628B4B4B20}" srcOrd="0" destOrd="0" parTransId="{8647B786-C579-4866-83DC-2CDACB85A702}" sibTransId="{D3BE7909-1800-4B9B-8D5A-746349CA054C}"/>
    <dgm:cxn modelId="{A6AFA1F7-981F-4C9C-A962-47F955DE5916}" type="presOf" srcId="{2610C89E-BABE-489E-A224-9E1E72E237FA}" destId="{A537C5E9-F517-46AC-B0ED-ABE4378EF615}" srcOrd="0" destOrd="0" presId="urn:microsoft.com/office/officeart/2005/8/layout/hierarchy3"/>
    <dgm:cxn modelId="{A8AE148A-7106-406A-875F-D8C029BD371A}" type="presOf" srcId="{49279F0F-3C11-4F9D-AF6D-256B4AF02B2E}" destId="{37BBB58E-867C-44E7-8E48-539EB5EFF201}" srcOrd="0" destOrd="0" presId="urn:microsoft.com/office/officeart/2005/8/layout/hierarchy3"/>
    <dgm:cxn modelId="{5527E288-8E7E-49D7-94D2-679B379EB288}" srcId="{7A9CBD34-E253-44C6-A4C0-48F298B8B227}" destId="{2C49124B-1F49-4883-BD3F-EB21A6B0DDBB}" srcOrd="0" destOrd="0" parTransId="{5B1F3D62-61BE-41C5-B9C6-B7E0F8D25FE8}" sibTransId="{5CDED6F2-30F6-4FCA-8120-2E4B17B8C09B}"/>
    <dgm:cxn modelId="{A95C0636-5AFD-4854-BA50-32A0BE0F9CCB}" type="presOf" srcId="{CC96F8F0-6BB3-4B7E-8447-EFF6335902CB}" destId="{D55C7F14-135F-45F3-B24F-5E44A34D5CC5}" srcOrd="0" destOrd="0" presId="urn:microsoft.com/office/officeart/2005/8/layout/hierarchy3"/>
    <dgm:cxn modelId="{55DBACA4-088D-44A6-9AB6-90CDCBFBE69F}" type="presOf" srcId="{3B489A7A-CF82-416E-8FC6-EDF45A80BAFE}" destId="{BDB11415-8340-470E-BC41-85899D0E0017}" srcOrd="0" destOrd="0" presId="urn:microsoft.com/office/officeart/2005/8/layout/hierarchy3"/>
    <dgm:cxn modelId="{4917CE6F-422A-47D1-881F-54921E1CDAC9}" srcId="{7A9CBD34-E253-44C6-A4C0-48F298B8B227}" destId="{29C79DAD-2DC0-4BE7-AB20-035D39EA0702}" srcOrd="2" destOrd="0" parTransId="{2610C89E-BABE-489E-A224-9E1E72E237FA}" sibTransId="{65913EF3-A8D6-4ADD-A975-FD8CAAC188EC}"/>
    <dgm:cxn modelId="{77C96B26-E04C-4AB1-BD72-B1D14B9FCC69}" type="presOf" srcId="{92FF43DE-01A2-4E2F-AEA5-9D77C28707F2}" destId="{EFE064AB-8B0C-47F4-8837-C0730A1CDEB5}" srcOrd="0" destOrd="0" presId="urn:microsoft.com/office/officeart/2005/8/layout/hierarchy3"/>
    <dgm:cxn modelId="{1F9D9A56-52D3-42CC-AAAC-A3632B8ED373}" type="presOf" srcId="{29C79DAD-2DC0-4BE7-AB20-035D39EA0702}" destId="{CD0F36C0-B956-4876-9A44-615990DE7069}" srcOrd="0" destOrd="0" presId="urn:microsoft.com/office/officeart/2005/8/layout/hierarchy3"/>
    <dgm:cxn modelId="{8669013E-AA60-400D-80CD-8F9549AFEE0E}" type="presOf" srcId="{690BBCF7-76FB-490B-836C-1236D2310D08}" destId="{8BE361D7-5EF0-4EE4-8361-E8D780BE7C1B}" srcOrd="0" destOrd="0" presId="urn:microsoft.com/office/officeart/2005/8/layout/hierarchy3"/>
    <dgm:cxn modelId="{AF2AA359-5F4B-44E0-AE27-5D10F14CE15D}" srcId="{C99355F2-2163-402D-A3DC-3651C50B8A31}" destId="{E8547A9A-4C01-467E-A268-D968B9B2DCA4}" srcOrd="1" destOrd="0" parTransId="{F9861DCD-D1E1-4A38-8F29-1B8515A30B27}" sibTransId="{148F7BD5-1270-4C43-8DCF-CA3CFA225E56}"/>
    <dgm:cxn modelId="{ED40B55A-C886-48FE-A84E-B3B9BF4D1DF8}" type="presOf" srcId="{7A9CBD34-E253-44C6-A4C0-48F298B8B227}" destId="{FBD3A7E7-30A5-459D-B2DF-2B2D2FE0E66F}" srcOrd="0" destOrd="0" presId="urn:microsoft.com/office/officeart/2005/8/layout/hierarchy3"/>
    <dgm:cxn modelId="{1B9770E1-E3D1-4308-BE8C-D10656948E12}" type="presOf" srcId="{1A06E40C-BAED-4C2D-82AF-8830CC4B27B0}" destId="{7B938160-295B-42DB-A5EF-83C867DAF6EF}" srcOrd="1" destOrd="0" presId="urn:microsoft.com/office/officeart/2005/8/layout/hierarchy3"/>
    <dgm:cxn modelId="{40C824C1-414F-43E8-AD8B-9777EE461CAE}" type="presOf" srcId="{5B768CDA-AF24-4AD5-B9D2-F261B106DE97}" destId="{49AC1477-5A99-48B2-970B-1D935F785AF1}" srcOrd="0" destOrd="0" presId="urn:microsoft.com/office/officeart/2005/8/layout/hierarchy3"/>
    <dgm:cxn modelId="{80277476-05F8-415D-88F4-2F012C577495}" srcId="{49279F0F-3C11-4F9D-AF6D-256B4AF02B2E}" destId="{5AF9A0F3-70BA-47FC-BF77-B5D017C2AFE0}" srcOrd="1" destOrd="0" parTransId="{1FCECFA2-22A0-4DED-9DE6-5B040DE45ABE}" sibTransId="{81376790-FE1C-4BCD-A408-3A71F39B4CE0}"/>
    <dgm:cxn modelId="{530507F3-2395-4A32-91C6-700929055669}" type="presOf" srcId="{A2C442CF-4F04-4F09-A937-B3C06AD43E7B}" destId="{CCE23EF9-E9F7-4034-A51F-F21F36131433}" srcOrd="0" destOrd="0" presId="urn:microsoft.com/office/officeart/2005/8/layout/hierarchy3"/>
    <dgm:cxn modelId="{BD07B486-FA47-4F62-A8EF-A0161939BB44}" type="presOf" srcId="{4D8691AC-DD54-4895-AC79-44361B0E6184}" destId="{BD0AE655-10D5-44CA-8023-3B4287941380}" srcOrd="0" destOrd="0" presId="urn:microsoft.com/office/officeart/2005/8/layout/hierarchy3"/>
    <dgm:cxn modelId="{56BB40D5-CB7E-42DC-A9FF-0C38DA55BB75}" type="presOf" srcId="{5B1F3D62-61BE-41C5-B9C6-B7E0F8D25FE8}" destId="{5C92FF79-62DD-4A7C-A39C-66111B3A5CFE}" srcOrd="0" destOrd="0" presId="urn:microsoft.com/office/officeart/2005/8/layout/hierarchy3"/>
    <dgm:cxn modelId="{5F86C283-AE94-4BA3-9B49-0DC415F44F87}" type="presParOf" srcId="{37BBB58E-867C-44E7-8E48-539EB5EFF201}" destId="{530D1561-FDC5-48C2-B70A-62B549E357D2}" srcOrd="0" destOrd="0" presId="urn:microsoft.com/office/officeart/2005/8/layout/hierarchy3"/>
    <dgm:cxn modelId="{3CE87DFB-0009-4E70-B9CA-E9F58D317840}" type="presParOf" srcId="{530D1561-FDC5-48C2-B70A-62B549E357D2}" destId="{FDDECECC-2C62-4C3E-9115-061A23168CAD}" srcOrd="0" destOrd="0" presId="urn:microsoft.com/office/officeart/2005/8/layout/hierarchy3"/>
    <dgm:cxn modelId="{CF948470-5578-4263-A90C-B66413EF8990}" type="presParOf" srcId="{FDDECECC-2C62-4C3E-9115-061A23168CAD}" destId="{D502D3D1-27AD-4F30-9F53-FE3FD056B135}" srcOrd="0" destOrd="0" presId="urn:microsoft.com/office/officeart/2005/8/layout/hierarchy3"/>
    <dgm:cxn modelId="{E89F7567-6888-4699-9A59-4DDB9CD6A30E}" type="presParOf" srcId="{FDDECECC-2C62-4C3E-9115-061A23168CAD}" destId="{7B938160-295B-42DB-A5EF-83C867DAF6EF}" srcOrd="1" destOrd="0" presId="urn:microsoft.com/office/officeart/2005/8/layout/hierarchy3"/>
    <dgm:cxn modelId="{C234B626-BDB0-4F08-B40D-0F9CAC0BBA33}" type="presParOf" srcId="{530D1561-FDC5-48C2-B70A-62B549E357D2}" destId="{A663CA57-2E36-47A9-8D46-3D06AB16DB39}" srcOrd="1" destOrd="0" presId="urn:microsoft.com/office/officeart/2005/8/layout/hierarchy3"/>
    <dgm:cxn modelId="{EF7F1E64-9966-40A7-9BAD-B77FF31D43A1}" type="presParOf" srcId="{A663CA57-2E36-47A9-8D46-3D06AB16DB39}" destId="{0624F259-7CB2-4CD2-B23F-965194A78FFB}" srcOrd="0" destOrd="0" presId="urn:microsoft.com/office/officeart/2005/8/layout/hierarchy3"/>
    <dgm:cxn modelId="{E6DE7DD7-C9EA-4699-AA47-3CF5D6716D56}" type="presParOf" srcId="{A663CA57-2E36-47A9-8D46-3D06AB16DB39}" destId="{B0D250DD-4BD3-4A8B-8304-97EE1AF87474}" srcOrd="1" destOrd="0" presId="urn:microsoft.com/office/officeart/2005/8/layout/hierarchy3"/>
    <dgm:cxn modelId="{0197769B-F365-485D-9D61-409C4ADD09AA}" type="presParOf" srcId="{A663CA57-2E36-47A9-8D46-3D06AB16DB39}" destId="{8CBA56E5-4462-41ED-BD19-152FF3A80FBC}" srcOrd="2" destOrd="0" presId="urn:microsoft.com/office/officeart/2005/8/layout/hierarchy3"/>
    <dgm:cxn modelId="{6D15992F-2B63-4FDD-AD9E-8091EDF11BEF}" type="presParOf" srcId="{A663CA57-2E36-47A9-8D46-3D06AB16DB39}" destId="{10C4BDEC-CC3A-46E4-8C3B-3CA4EEAB43B2}" srcOrd="3" destOrd="0" presId="urn:microsoft.com/office/officeart/2005/8/layout/hierarchy3"/>
    <dgm:cxn modelId="{952A979C-93CC-4E2E-B78A-9455DD807AB0}" type="presParOf" srcId="{A663CA57-2E36-47A9-8D46-3D06AB16DB39}" destId="{1FED8D5E-1180-467A-B530-C2E2C20E8CCF}" srcOrd="4" destOrd="0" presId="urn:microsoft.com/office/officeart/2005/8/layout/hierarchy3"/>
    <dgm:cxn modelId="{187C503E-7E1F-4DF3-A281-9A2E1A8D3BE1}" type="presParOf" srcId="{A663CA57-2E36-47A9-8D46-3D06AB16DB39}" destId="{49AC1477-5A99-48B2-970B-1D935F785AF1}" srcOrd="5" destOrd="0" presId="urn:microsoft.com/office/officeart/2005/8/layout/hierarchy3"/>
    <dgm:cxn modelId="{E9798C81-B34C-4357-B367-2627024B5887}" type="presParOf" srcId="{37BBB58E-867C-44E7-8E48-539EB5EFF201}" destId="{ED242766-20FF-486C-995F-C6BC3DCA2515}" srcOrd="1" destOrd="0" presId="urn:microsoft.com/office/officeart/2005/8/layout/hierarchy3"/>
    <dgm:cxn modelId="{99D3591E-7CD5-4C1D-8208-5299D53A7C5F}" type="presParOf" srcId="{ED242766-20FF-486C-995F-C6BC3DCA2515}" destId="{E0912BCD-2005-460B-B6FD-03746B9B9CC3}" srcOrd="0" destOrd="0" presId="urn:microsoft.com/office/officeart/2005/8/layout/hierarchy3"/>
    <dgm:cxn modelId="{92178514-F13A-4C60-96CF-A887238D28BB}" type="presParOf" srcId="{E0912BCD-2005-460B-B6FD-03746B9B9CC3}" destId="{EF52D82B-3F50-4208-A5CF-3AC24BBFFE22}" srcOrd="0" destOrd="0" presId="urn:microsoft.com/office/officeart/2005/8/layout/hierarchy3"/>
    <dgm:cxn modelId="{C2580AFA-9C1F-43D9-A818-0D36EFA49D9E}" type="presParOf" srcId="{E0912BCD-2005-460B-B6FD-03746B9B9CC3}" destId="{382F2AA4-F1E2-4C48-982E-9E3F34EEDEAB}" srcOrd="1" destOrd="0" presId="urn:microsoft.com/office/officeart/2005/8/layout/hierarchy3"/>
    <dgm:cxn modelId="{0F0DD92D-E09D-4436-AE8F-7835B997B75A}" type="presParOf" srcId="{ED242766-20FF-486C-995F-C6BC3DCA2515}" destId="{DC0416C0-B3E7-4A0A-A8A8-17CAB3BB978A}" srcOrd="1" destOrd="0" presId="urn:microsoft.com/office/officeart/2005/8/layout/hierarchy3"/>
    <dgm:cxn modelId="{03C99BDA-DB3C-478E-A186-65C7114059B6}" type="presParOf" srcId="{DC0416C0-B3E7-4A0A-A8A8-17CAB3BB978A}" destId="{5BC25C35-4180-4B75-B73E-718880E9C523}" srcOrd="0" destOrd="0" presId="urn:microsoft.com/office/officeart/2005/8/layout/hierarchy3"/>
    <dgm:cxn modelId="{A6AEA3F4-59F3-4E91-8B43-60BD7CB99287}" type="presParOf" srcId="{DC0416C0-B3E7-4A0A-A8A8-17CAB3BB978A}" destId="{4BAB3294-CE48-4AA8-AEFD-0CCAF05BE800}" srcOrd="1" destOrd="0" presId="urn:microsoft.com/office/officeart/2005/8/layout/hierarchy3"/>
    <dgm:cxn modelId="{031184F2-C475-4AE2-97CD-D383A7C58BB6}" type="presParOf" srcId="{DC0416C0-B3E7-4A0A-A8A8-17CAB3BB978A}" destId="{558DCDB4-1828-4FCC-977D-D33007DF3F4B}" srcOrd="2" destOrd="0" presId="urn:microsoft.com/office/officeart/2005/8/layout/hierarchy3"/>
    <dgm:cxn modelId="{02E6416C-4226-4ED5-8542-040E1BEF0C53}" type="presParOf" srcId="{DC0416C0-B3E7-4A0A-A8A8-17CAB3BB978A}" destId="{5BCDD090-4355-4ED2-A742-4BA0967F8300}" srcOrd="3" destOrd="0" presId="urn:microsoft.com/office/officeart/2005/8/layout/hierarchy3"/>
    <dgm:cxn modelId="{DD68F714-DA0B-4B1E-B043-C49990C35EF9}" type="presParOf" srcId="{DC0416C0-B3E7-4A0A-A8A8-17CAB3BB978A}" destId="{BD0AE655-10D5-44CA-8023-3B4287941380}" srcOrd="4" destOrd="0" presId="urn:microsoft.com/office/officeart/2005/8/layout/hierarchy3"/>
    <dgm:cxn modelId="{BFB3297B-F6C4-404A-A87D-2F7583E9D725}" type="presParOf" srcId="{DC0416C0-B3E7-4A0A-A8A8-17CAB3BB978A}" destId="{EFE064AB-8B0C-47F4-8837-C0730A1CDEB5}" srcOrd="5" destOrd="0" presId="urn:microsoft.com/office/officeart/2005/8/layout/hierarchy3"/>
    <dgm:cxn modelId="{B8F6E63D-EC85-4A41-A938-A662F8FC9439}" type="presParOf" srcId="{37BBB58E-867C-44E7-8E48-539EB5EFF201}" destId="{64AE48D2-FD0E-49DE-991E-0734BDE53428}" srcOrd="2" destOrd="0" presId="urn:microsoft.com/office/officeart/2005/8/layout/hierarchy3"/>
    <dgm:cxn modelId="{E732A658-C448-4AAA-9ED5-36E9E91FCB9A}" type="presParOf" srcId="{64AE48D2-FD0E-49DE-991E-0734BDE53428}" destId="{0093AE5F-4CDB-4D8C-8C6E-2676D6AEBEBE}" srcOrd="0" destOrd="0" presId="urn:microsoft.com/office/officeart/2005/8/layout/hierarchy3"/>
    <dgm:cxn modelId="{7AEFED93-EC83-43F8-850B-74C3C205D7E2}" type="presParOf" srcId="{0093AE5F-4CDB-4D8C-8C6E-2676D6AEBEBE}" destId="{4B664496-ABDC-4C69-8B55-1AD1B96BB642}" srcOrd="0" destOrd="0" presId="urn:microsoft.com/office/officeart/2005/8/layout/hierarchy3"/>
    <dgm:cxn modelId="{0CC574DF-240A-4EAC-AE38-26AB124FE009}" type="presParOf" srcId="{0093AE5F-4CDB-4D8C-8C6E-2676D6AEBEBE}" destId="{A66C8DEC-EAA9-48F1-BAF4-00870F00DAF4}" srcOrd="1" destOrd="0" presId="urn:microsoft.com/office/officeart/2005/8/layout/hierarchy3"/>
    <dgm:cxn modelId="{20348B90-CCA9-4FA0-B5EC-37166717DEDA}" type="presParOf" srcId="{64AE48D2-FD0E-49DE-991E-0734BDE53428}" destId="{C78FA79A-506A-415D-841E-2EDFE83329AB}" srcOrd="1" destOrd="0" presId="urn:microsoft.com/office/officeart/2005/8/layout/hierarchy3"/>
    <dgm:cxn modelId="{250DB9D3-DA18-4D69-AEA6-95449F08D4A9}" type="presParOf" srcId="{C78FA79A-506A-415D-841E-2EDFE83329AB}" destId="{4EF4AF21-7668-477B-8A28-D5D383292A7F}" srcOrd="0" destOrd="0" presId="urn:microsoft.com/office/officeart/2005/8/layout/hierarchy3"/>
    <dgm:cxn modelId="{E7B3FAEA-FEA4-4293-9A65-1D7A391AA6F2}" type="presParOf" srcId="{C78FA79A-506A-415D-841E-2EDFE83329AB}" destId="{9907AE8D-9071-4F44-A294-34DA4B03BB56}" srcOrd="1" destOrd="0" presId="urn:microsoft.com/office/officeart/2005/8/layout/hierarchy3"/>
    <dgm:cxn modelId="{094A89F8-30F8-4287-B661-D42EA00AE3C8}" type="presParOf" srcId="{C78FA79A-506A-415D-841E-2EDFE83329AB}" destId="{874C520B-4EF3-4B8C-8B72-D2D8BDE0D2D5}" srcOrd="2" destOrd="0" presId="urn:microsoft.com/office/officeart/2005/8/layout/hierarchy3"/>
    <dgm:cxn modelId="{D1D70566-7498-4F1D-9F99-A2CE986DD7C4}" type="presParOf" srcId="{C78FA79A-506A-415D-841E-2EDFE83329AB}" destId="{A100EF49-9132-481E-A3A6-F71461519B58}" srcOrd="3" destOrd="0" presId="urn:microsoft.com/office/officeart/2005/8/layout/hierarchy3"/>
    <dgm:cxn modelId="{CBCEAD54-EBF7-4C97-BBFD-D3B7F8910660}" type="presParOf" srcId="{C78FA79A-506A-415D-841E-2EDFE83329AB}" destId="{8BE361D7-5EF0-4EE4-8361-E8D780BE7C1B}" srcOrd="4" destOrd="0" presId="urn:microsoft.com/office/officeart/2005/8/layout/hierarchy3"/>
    <dgm:cxn modelId="{A33983E3-661C-4B25-9805-06C93C2F2AE4}" type="presParOf" srcId="{C78FA79A-506A-415D-841E-2EDFE83329AB}" destId="{CCE23EF9-E9F7-4034-A51F-F21F36131433}" srcOrd="5" destOrd="0" presId="urn:microsoft.com/office/officeart/2005/8/layout/hierarchy3"/>
    <dgm:cxn modelId="{89A6610A-EFE1-422E-982A-C4F2BFC5BBAB}" type="presParOf" srcId="{37BBB58E-867C-44E7-8E48-539EB5EFF201}" destId="{3A00BFDD-CCD4-48ED-AE5B-0912832AEA70}" srcOrd="3" destOrd="0" presId="urn:microsoft.com/office/officeart/2005/8/layout/hierarchy3"/>
    <dgm:cxn modelId="{D7ED355A-3742-49DF-9E9A-E3B95BD3930C}" type="presParOf" srcId="{3A00BFDD-CCD4-48ED-AE5B-0912832AEA70}" destId="{82DFEBC6-2995-433D-B172-0E0488066560}" srcOrd="0" destOrd="0" presId="urn:microsoft.com/office/officeart/2005/8/layout/hierarchy3"/>
    <dgm:cxn modelId="{B8F8931A-387A-4E29-B327-0208242B318F}" type="presParOf" srcId="{82DFEBC6-2995-433D-B172-0E0488066560}" destId="{6BB8DB35-EC68-4D9C-B31B-4F66FE8400A3}" srcOrd="0" destOrd="0" presId="urn:microsoft.com/office/officeart/2005/8/layout/hierarchy3"/>
    <dgm:cxn modelId="{A5DF7F45-E0CA-46F1-AB42-3F28475AD228}" type="presParOf" srcId="{82DFEBC6-2995-433D-B172-0E0488066560}" destId="{6480B7C3-BA33-429D-BFDA-59FEED60C49D}" srcOrd="1" destOrd="0" presId="urn:microsoft.com/office/officeart/2005/8/layout/hierarchy3"/>
    <dgm:cxn modelId="{EC6FCED9-D4E7-4617-8525-7D1F840D1938}" type="presParOf" srcId="{3A00BFDD-CCD4-48ED-AE5B-0912832AEA70}" destId="{F48A87D0-1143-49E3-99BF-A03DC71DA846}" srcOrd="1" destOrd="0" presId="urn:microsoft.com/office/officeart/2005/8/layout/hierarchy3"/>
    <dgm:cxn modelId="{A172E2C2-33F7-402E-BE24-D61A949A53DE}" type="presParOf" srcId="{F48A87D0-1143-49E3-99BF-A03DC71DA846}" destId="{7A2250C2-AA56-40D0-9CF9-72ADA8387880}" srcOrd="0" destOrd="0" presId="urn:microsoft.com/office/officeart/2005/8/layout/hierarchy3"/>
    <dgm:cxn modelId="{D23960F3-397B-4F68-8C01-63A07DD14D26}" type="presParOf" srcId="{F48A87D0-1143-49E3-99BF-A03DC71DA846}" destId="{1DA714A6-BD3F-43F6-8452-ED9E2DF95EEA}" srcOrd="1" destOrd="0" presId="urn:microsoft.com/office/officeart/2005/8/layout/hierarchy3"/>
    <dgm:cxn modelId="{B89E3681-DF7B-42DD-AB4F-DEA1D972F249}" type="presParOf" srcId="{37BBB58E-867C-44E7-8E48-539EB5EFF201}" destId="{E2D7FC74-9C6B-4417-A61A-9C551B7E07E7}" srcOrd="4" destOrd="0" presId="urn:microsoft.com/office/officeart/2005/8/layout/hierarchy3"/>
    <dgm:cxn modelId="{5DB3E75F-F131-4937-A773-6D1CF866E340}" type="presParOf" srcId="{E2D7FC74-9C6B-4417-A61A-9C551B7E07E7}" destId="{4348C1F4-CD47-4CBA-ADD5-9B96DF69A375}" srcOrd="0" destOrd="0" presId="urn:microsoft.com/office/officeart/2005/8/layout/hierarchy3"/>
    <dgm:cxn modelId="{7C92AA86-E66F-4571-8676-0AB9C7CE65EE}" type="presParOf" srcId="{4348C1F4-CD47-4CBA-ADD5-9B96DF69A375}" destId="{7C8F877A-B443-45FF-A098-29DCFC181C91}" srcOrd="0" destOrd="0" presId="urn:microsoft.com/office/officeart/2005/8/layout/hierarchy3"/>
    <dgm:cxn modelId="{19FCF2F3-7D91-471D-A6F9-4AFF451639FB}" type="presParOf" srcId="{4348C1F4-CD47-4CBA-ADD5-9B96DF69A375}" destId="{746346F9-B0BD-4C69-B2DB-3E2951383417}" srcOrd="1" destOrd="0" presId="urn:microsoft.com/office/officeart/2005/8/layout/hierarchy3"/>
    <dgm:cxn modelId="{FDF0DAD9-6A8C-408E-974D-AF1FB14BD99D}" type="presParOf" srcId="{E2D7FC74-9C6B-4417-A61A-9C551B7E07E7}" destId="{AFEA8977-F0AD-4016-B7DB-50F3E646A89A}" srcOrd="1" destOrd="0" presId="urn:microsoft.com/office/officeart/2005/8/layout/hierarchy3"/>
    <dgm:cxn modelId="{EBCC8F1D-3D8D-41C2-95FD-E22A001D3E8F}" type="presParOf" srcId="{AFEA8977-F0AD-4016-B7DB-50F3E646A89A}" destId="{20C4CB01-C550-46E4-874F-63B879CF03AE}" srcOrd="0" destOrd="0" presId="urn:microsoft.com/office/officeart/2005/8/layout/hierarchy3"/>
    <dgm:cxn modelId="{E85419C3-E67F-4286-A675-07F8A49BA821}" type="presParOf" srcId="{AFEA8977-F0AD-4016-B7DB-50F3E646A89A}" destId="{0E28F056-485C-4E1D-9C19-E242CA266C39}" srcOrd="1" destOrd="0" presId="urn:microsoft.com/office/officeart/2005/8/layout/hierarchy3"/>
    <dgm:cxn modelId="{460C9201-0908-4E30-A1C7-0F3BC5A09E2E}" type="presParOf" srcId="{37BBB58E-867C-44E7-8E48-539EB5EFF201}" destId="{6F2174B3-2E66-429A-96CD-B7F6D8304390}" srcOrd="5" destOrd="0" presId="urn:microsoft.com/office/officeart/2005/8/layout/hierarchy3"/>
    <dgm:cxn modelId="{42606B9A-1ABE-4524-AE30-8999E805D0AE}" type="presParOf" srcId="{6F2174B3-2E66-429A-96CD-B7F6D8304390}" destId="{439EE71A-4724-4DEC-9A13-019D5E744A29}" srcOrd="0" destOrd="0" presId="urn:microsoft.com/office/officeart/2005/8/layout/hierarchy3"/>
    <dgm:cxn modelId="{B5E082DB-9B06-4448-85B5-0E3D3585D177}" type="presParOf" srcId="{439EE71A-4724-4DEC-9A13-019D5E744A29}" destId="{FBD3A7E7-30A5-459D-B2DF-2B2D2FE0E66F}" srcOrd="0" destOrd="0" presId="urn:microsoft.com/office/officeart/2005/8/layout/hierarchy3"/>
    <dgm:cxn modelId="{624BC936-7033-4B00-A384-F1417FBB8BCE}" type="presParOf" srcId="{439EE71A-4724-4DEC-9A13-019D5E744A29}" destId="{CB0A2E5A-449D-411B-BC72-FA2A5EBA6C2C}" srcOrd="1" destOrd="0" presId="urn:microsoft.com/office/officeart/2005/8/layout/hierarchy3"/>
    <dgm:cxn modelId="{FBFA1CC8-F827-4304-9504-786C0D547173}" type="presParOf" srcId="{6F2174B3-2E66-429A-96CD-B7F6D8304390}" destId="{32679A68-59D5-4C78-932C-58DB501EADF9}" srcOrd="1" destOrd="0" presId="urn:microsoft.com/office/officeart/2005/8/layout/hierarchy3"/>
    <dgm:cxn modelId="{DCE3E3E7-EA53-4F05-A2B4-8B52A2D9E891}" type="presParOf" srcId="{32679A68-59D5-4C78-932C-58DB501EADF9}" destId="{5C92FF79-62DD-4A7C-A39C-66111B3A5CFE}" srcOrd="0" destOrd="0" presId="urn:microsoft.com/office/officeart/2005/8/layout/hierarchy3"/>
    <dgm:cxn modelId="{AAB4FD70-5062-4C2F-AABC-AB30D11FAAD0}" type="presParOf" srcId="{32679A68-59D5-4C78-932C-58DB501EADF9}" destId="{76DDE63E-356C-4DDD-951D-5E5953894DF0}" srcOrd="1" destOrd="0" presId="urn:microsoft.com/office/officeart/2005/8/layout/hierarchy3"/>
    <dgm:cxn modelId="{A3EF887D-FBCB-41E3-9519-68381E419466}" type="presParOf" srcId="{32679A68-59D5-4C78-932C-58DB501EADF9}" destId="{D55C7F14-135F-45F3-B24F-5E44A34D5CC5}" srcOrd="2" destOrd="0" presId="urn:microsoft.com/office/officeart/2005/8/layout/hierarchy3"/>
    <dgm:cxn modelId="{714F4E13-F113-4E9C-9D3E-535BBD96D51E}" type="presParOf" srcId="{32679A68-59D5-4C78-932C-58DB501EADF9}" destId="{BDB11415-8340-470E-BC41-85899D0E0017}" srcOrd="3" destOrd="0" presId="urn:microsoft.com/office/officeart/2005/8/layout/hierarchy3"/>
    <dgm:cxn modelId="{4E8D5419-BA61-48EC-A9A4-5BAA5E60B28C}" type="presParOf" srcId="{32679A68-59D5-4C78-932C-58DB501EADF9}" destId="{A537C5E9-F517-46AC-B0ED-ABE4378EF615}" srcOrd="4" destOrd="0" presId="urn:microsoft.com/office/officeart/2005/8/layout/hierarchy3"/>
    <dgm:cxn modelId="{7C2D836F-282A-4B30-9F81-6E1DEDBB0EBC}" type="presParOf" srcId="{32679A68-59D5-4C78-932C-58DB501EADF9}" destId="{CD0F36C0-B956-4876-9A44-615990DE7069}"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9221F0-CDEB-49B2-8D47-A033D4A4CA3F}"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81B097F9-8E57-450D-A816-98B8F91A4E2A}">
      <dgm:prSet phldrT="[Text]" custT="1"/>
      <dgm:spPr/>
      <dgm:t>
        <a:bodyPr/>
        <a:lstStyle/>
        <a:p>
          <a:r>
            <a:rPr lang="en-US" sz="3000" b="1" smtClean="0">
              <a:latin typeface="Times New Roman" panose="02020603050405020304" pitchFamily="18" charset="0"/>
              <a:cs typeface="Times New Roman" panose="02020603050405020304" pitchFamily="18" charset="0"/>
            </a:rPr>
            <a:t>Quá trình làm phần mềm</a:t>
          </a:r>
          <a:endParaRPr lang="en-US" sz="3000">
            <a:latin typeface="Times New Roman" panose="02020603050405020304" pitchFamily="18" charset="0"/>
            <a:cs typeface="Times New Roman" panose="02020603050405020304" pitchFamily="18" charset="0"/>
          </a:endParaRPr>
        </a:p>
      </dgm:t>
    </dgm:pt>
    <dgm:pt modelId="{EAC180CD-D971-4A92-9195-1752051301E1}" type="parTrans" cxnId="{0A3EBC2F-4EEA-4C48-A5D5-CF07FC3CEC73}">
      <dgm:prSet/>
      <dgm:spPr/>
      <dgm:t>
        <a:bodyPr/>
        <a:lstStyle/>
        <a:p>
          <a:endParaRPr lang="en-US"/>
        </a:p>
      </dgm:t>
    </dgm:pt>
    <dgm:pt modelId="{243513A8-29C8-42FD-8592-364EB51516AA}" type="sibTrans" cxnId="{0A3EBC2F-4EEA-4C48-A5D5-CF07FC3CEC73}">
      <dgm:prSet/>
      <dgm:spPr/>
      <dgm:t>
        <a:bodyPr/>
        <a:lstStyle/>
        <a:p>
          <a:endParaRPr lang="en-US"/>
        </a:p>
      </dgm:t>
    </dgm:pt>
    <dgm:pt modelId="{668261A7-7751-413E-8826-4FDD63B39AE1}">
      <dgm:prSet phldrT="[Text]" custT="1"/>
      <dgm:spPr/>
      <dgm:t>
        <a:bodyPr/>
        <a:lstStyle/>
        <a:p>
          <a:r>
            <a:rPr lang="en-US" sz="1800" b="1" smtClean="0">
              <a:solidFill>
                <a:srgbClr val="FF0000"/>
              </a:solidFill>
              <a:latin typeface="Times New Roman" panose="02020603050405020304" pitchFamily="18" charset="0"/>
              <a:cs typeface="Times New Roman" panose="02020603050405020304" pitchFamily="18" charset="0"/>
            </a:rPr>
            <a:t>Ưu điểm:</a:t>
          </a:r>
          <a:endParaRPr lang="en-US" sz="1800">
            <a:solidFill>
              <a:srgbClr val="FF0000"/>
            </a:solidFill>
            <a:latin typeface="Times New Roman" panose="02020603050405020304" pitchFamily="18" charset="0"/>
            <a:cs typeface="Times New Roman" panose="02020603050405020304" pitchFamily="18" charset="0"/>
          </a:endParaRPr>
        </a:p>
      </dgm:t>
    </dgm:pt>
    <dgm:pt modelId="{E6094B9A-1B57-4362-BAD7-CA9F318EEADD}" type="parTrans" cxnId="{AAE66E3E-9273-4A10-8178-F4C35BDD0329}">
      <dgm:prSet/>
      <dgm:spPr/>
      <dgm:t>
        <a:bodyPr/>
        <a:lstStyle/>
        <a:p>
          <a:endParaRPr lang="en-US"/>
        </a:p>
      </dgm:t>
    </dgm:pt>
    <dgm:pt modelId="{FE2D40F6-6F51-4DA8-90A6-E231118CF31B}" type="sibTrans" cxnId="{AAE66E3E-9273-4A10-8178-F4C35BDD0329}">
      <dgm:prSet/>
      <dgm:spPr/>
      <dgm:t>
        <a:bodyPr/>
        <a:lstStyle/>
        <a:p>
          <a:endParaRPr lang="en-US"/>
        </a:p>
      </dgm:t>
    </dgm:pt>
    <dgm:pt modelId="{B0971CC0-64E0-43DE-9B33-A203FBD24D9B}">
      <dgm:prSet custT="1"/>
      <dgm:spPr/>
      <dgm:t>
        <a:bodyPr/>
        <a:lstStyle/>
        <a:p>
          <a:r>
            <a:rPr lang="en-US" sz="1800" b="1" smtClean="0">
              <a:solidFill>
                <a:srgbClr val="FF0000"/>
              </a:solidFill>
              <a:latin typeface="Times New Roman" panose="02020603050405020304" pitchFamily="18" charset="0"/>
              <a:cs typeface="Times New Roman" panose="02020603050405020304" pitchFamily="18" charset="0"/>
            </a:rPr>
            <a:t>Nhược điểm:</a:t>
          </a:r>
          <a:endParaRPr lang="en-US" sz="1800">
            <a:solidFill>
              <a:srgbClr val="FF0000"/>
            </a:solidFill>
            <a:latin typeface="Times New Roman" panose="02020603050405020304" pitchFamily="18" charset="0"/>
            <a:cs typeface="Times New Roman" panose="02020603050405020304" pitchFamily="18" charset="0"/>
          </a:endParaRPr>
        </a:p>
      </dgm:t>
    </dgm:pt>
    <dgm:pt modelId="{B2F478AE-338B-4DED-BDE3-CA3C466F2904}" type="parTrans" cxnId="{53C78880-A4C6-4531-A40E-BF44DFB29AF6}">
      <dgm:prSet/>
      <dgm:spPr/>
      <dgm:t>
        <a:bodyPr/>
        <a:lstStyle/>
        <a:p>
          <a:endParaRPr lang="en-US"/>
        </a:p>
      </dgm:t>
    </dgm:pt>
    <dgm:pt modelId="{84F4D904-17E5-426A-B2F8-E520D42883DC}" type="sibTrans" cxnId="{53C78880-A4C6-4531-A40E-BF44DFB29AF6}">
      <dgm:prSet/>
      <dgm:spPr/>
      <dgm:t>
        <a:bodyPr/>
        <a:lstStyle/>
        <a:p>
          <a:endParaRPr lang="en-US"/>
        </a:p>
      </dgm:t>
    </dgm:pt>
    <dgm:pt modelId="{574FFDBA-CFF9-4583-AC07-4FB70D7C5654}">
      <dgm:prSet phldrT="[Text]" custT="1"/>
      <dgm:spPr/>
      <dgm:t>
        <a:bodyPr/>
        <a:lstStyle/>
        <a:p>
          <a:r>
            <a:rPr lang="en-US" sz="1800" smtClean="0">
              <a:latin typeface="Times New Roman" panose="02020603050405020304" pitchFamily="18" charset="0"/>
              <a:cs typeface="Times New Roman" panose="02020603050405020304" pitchFamily="18" charset="0"/>
            </a:rPr>
            <a:t>Có đầy đủ nhưng chức năng cơ bản của một phần mềm quản lý nhân sự. </a:t>
          </a:r>
          <a:endParaRPr lang="en-US" sz="1800">
            <a:latin typeface="Times New Roman" panose="02020603050405020304" pitchFamily="18" charset="0"/>
            <a:cs typeface="Times New Roman" panose="02020603050405020304" pitchFamily="18" charset="0"/>
          </a:endParaRPr>
        </a:p>
      </dgm:t>
    </dgm:pt>
    <dgm:pt modelId="{8335B01E-3448-4DBE-9EA6-46E10DDA0D1D}" type="parTrans" cxnId="{8FC4CFA2-AC50-4386-A5DC-2B2BEF015FDA}">
      <dgm:prSet/>
      <dgm:spPr/>
      <dgm:t>
        <a:bodyPr/>
        <a:lstStyle/>
        <a:p>
          <a:endParaRPr lang="en-US"/>
        </a:p>
      </dgm:t>
    </dgm:pt>
    <dgm:pt modelId="{2B0D895E-5A3F-4E9E-AA6B-F95F44E37D01}" type="sibTrans" cxnId="{8FC4CFA2-AC50-4386-A5DC-2B2BEF015FDA}">
      <dgm:prSet/>
      <dgm:spPr/>
      <dgm:t>
        <a:bodyPr/>
        <a:lstStyle/>
        <a:p>
          <a:endParaRPr lang="en-US"/>
        </a:p>
      </dgm:t>
    </dgm:pt>
    <dgm:pt modelId="{198B1272-87B7-42FA-852F-5659901E30DC}">
      <dgm:prSet phldrT="[Text]" custT="1"/>
      <dgm:spPr/>
      <dgm:t>
        <a:bodyPr/>
        <a:lstStyle/>
        <a:p>
          <a:r>
            <a:rPr lang="en-US" sz="1800" smtClean="0">
              <a:latin typeface="Times New Roman" panose="02020603050405020304" pitchFamily="18" charset="0"/>
              <a:cs typeface="Times New Roman" panose="02020603050405020304" pitchFamily="18" charset="0"/>
            </a:rPr>
            <a:t>Giao diện đơn giản, trực quan, dễ thao tác với người dùng lần đâu. </a:t>
          </a:r>
          <a:endParaRPr lang="en-US" sz="1800">
            <a:latin typeface="Times New Roman" panose="02020603050405020304" pitchFamily="18" charset="0"/>
            <a:cs typeface="Times New Roman" panose="02020603050405020304" pitchFamily="18" charset="0"/>
          </a:endParaRPr>
        </a:p>
      </dgm:t>
    </dgm:pt>
    <dgm:pt modelId="{F723DF0A-FF02-419E-99B3-BF05471FD850}" type="parTrans" cxnId="{6B3094B8-16D6-4E03-BB99-DCDFE2C1141D}">
      <dgm:prSet/>
      <dgm:spPr/>
      <dgm:t>
        <a:bodyPr/>
        <a:lstStyle/>
        <a:p>
          <a:endParaRPr lang="en-US"/>
        </a:p>
      </dgm:t>
    </dgm:pt>
    <dgm:pt modelId="{21E6C7CE-8EB3-47BC-8EFF-473DF1E781BE}" type="sibTrans" cxnId="{6B3094B8-16D6-4E03-BB99-DCDFE2C1141D}">
      <dgm:prSet/>
      <dgm:spPr/>
      <dgm:t>
        <a:bodyPr/>
        <a:lstStyle/>
        <a:p>
          <a:endParaRPr lang="en-US"/>
        </a:p>
      </dgm:t>
    </dgm:pt>
    <dgm:pt modelId="{20F49179-8A6A-4D90-836C-145021096EA6}">
      <dgm:prSet phldrT="[Text]" custT="1"/>
      <dgm:spPr/>
      <dgm:t>
        <a:bodyPr/>
        <a:lstStyle/>
        <a:p>
          <a:r>
            <a:rPr lang="en-US" sz="1800" smtClean="0">
              <a:latin typeface="Times New Roman" panose="02020603050405020304" pitchFamily="18" charset="0"/>
              <a:cs typeface="Times New Roman" panose="02020603050405020304" pitchFamily="18" charset="0"/>
            </a:rPr>
            <a:t>Viết trên ngôn ngữ C# tương đối phổ biến nên dễ chỉnh sửa về sau.</a:t>
          </a:r>
          <a:endParaRPr lang="en-US" sz="1800">
            <a:latin typeface="Times New Roman" panose="02020603050405020304" pitchFamily="18" charset="0"/>
            <a:cs typeface="Times New Roman" panose="02020603050405020304" pitchFamily="18" charset="0"/>
          </a:endParaRPr>
        </a:p>
      </dgm:t>
    </dgm:pt>
    <dgm:pt modelId="{206A13A3-BE21-4BAE-BD3B-1E2B2E549B01}" type="parTrans" cxnId="{A543801B-E167-4025-BBE3-ABF7CE3EB677}">
      <dgm:prSet/>
      <dgm:spPr/>
      <dgm:t>
        <a:bodyPr/>
        <a:lstStyle/>
        <a:p>
          <a:endParaRPr lang="en-US"/>
        </a:p>
      </dgm:t>
    </dgm:pt>
    <dgm:pt modelId="{59B17DDF-7BA2-4583-83A5-131008151925}" type="sibTrans" cxnId="{A543801B-E167-4025-BBE3-ABF7CE3EB677}">
      <dgm:prSet/>
      <dgm:spPr/>
      <dgm:t>
        <a:bodyPr/>
        <a:lstStyle/>
        <a:p>
          <a:endParaRPr lang="en-US"/>
        </a:p>
      </dgm:t>
    </dgm:pt>
    <dgm:pt modelId="{D5AE62AC-AEE7-4A71-8BF2-72D41DD3DA56}">
      <dgm:prSet custT="1"/>
      <dgm:spPr/>
      <dgm:t>
        <a:bodyPr/>
        <a:lstStyle/>
        <a:p>
          <a:r>
            <a:rPr lang="en-US" sz="1800" smtClean="0">
              <a:latin typeface="Times New Roman" panose="02020603050405020304" pitchFamily="18" charset="0"/>
              <a:cs typeface="Times New Roman" panose="02020603050405020304" pitchFamily="18" charset="0"/>
            </a:rPr>
            <a:t>Chức năng trong phần mềm còn tương đối ít. </a:t>
          </a:r>
          <a:endParaRPr lang="en-US" sz="1800">
            <a:latin typeface="Times New Roman" panose="02020603050405020304" pitchFamily="18" charset="0"/>
            <a:cs typeface="Times New Roman" panose="02020603050405020304" pitchFamily="18" charset="0"/>
          </a:endParaRPr>
        </a:p>
      </dgm:t>
    </dgm:pt>
    <dgm:pt modelId="{75628C0A-5338-4F8F-9D69-D90946D12BEC}" type="parTrans" cxnId="{80057AC5-708E-4563-9E36-01F891280BCD}">
      <dgm:prSet/>
      <dgm:spPr/>
      <dgm:t>
        <a:bodyPr/>
        <a:lstStyle/>
        <a:p>
          <a:endParaRPr lang="en-US"/>
        </a:p>
      </dgm:t>
    </dgm:pt>
    <dgm:pt modelId="{A5F022DE-C4A4-45E3-9FFC-8AAC7885C0CB}" type="sibTrans" cxnId="{80057AC5-708E-4563-9E36-01F891280BCD}">
      <dgm:prSet/>
      <dgm:spPr/>
      <dgm:t>
        <a:bodyPr/>
        <a:lstStyle/>
        <a:p>
          <a:endParaRPr lang="en-US"/>
        </a:p>
      </dgm:t>
    </dgm:pt>
    <dgm:pt modelId="{9FACA02D-DC8A-4EB0-95A4-84621BB899DD}">
      <dgm:prSet custT="1"/>
      <dgm:spPr/>
      <dgm:t>
        <a:bodyPr/>
        <a:lstStyle/>
        <a:p>
          <a:r>
            <a:rPr lang="en-US" sz="1800" smtClean="0">
              <a:latin typeface="Times New Roman" panose="02020603050405020304" pitchFamily="18" charset="0"/>
              <a:cs typeface="Times New Roman" panose="02020603050405020304" pitchFamily="18" charset="0"/>
            </a:rPr>
            <a:t>Chưa khắc phục được hoàn toàn lỗi khi sử dụng phần mềm. </a:t>
          </a:r>
          <a:endParaRPr lang="en-US" sz="1800">
            <a:latin typeface="Times New Roman" panose="02020603050405020304" pitchFamily="18" charset="0"/>
            <a:cs typeface="Times New Roman" panose="02020603050405020304" pitchFamily="18" charset="0"/>
          </a:endParaRPr>
        </a:p>
      </dgm:t>
    </dgm:pt>
    <dgm:pt modelId="{F4A763A6-4A43-4F6D-9A72-FAC1BCC16450}" type="parTrans" cxnId="{5ECC19EB-B99D-4243-B7FF-E9B6EF9BE6F4}">
      <dgm:prSet/>
      <dgm:spPr/>
      <dgm:t>
        <a:bodyPr/>
        <a:lstStyle/>
        <a:p>
          <a:endParaRPr lang="en-US"/>
        </a:p>
      </dgm:t>
    </dgm:pt>
    <dgm:pt modelId="{5FBEB5DC-A601-40FD-A873-7C6F0DE74F9E}" type="sibTrans" cxnId="{5ECC19EB-B99D-4243-B7FF-E9B6EF9BE6F4}">
      <dgm:prSet/>
      <dgm:spPr/>
      <dgm:t>
        <a:bodyPr/>
        <a:lstStyle/>
        <a:p>
          <a:endParaRPr lang="en-US"/>
        </a:p>
      </dgm:t>
    </dgm:pt>
    <dgm:pt modelId="{1D7E73D3-2009-43B5-8E05-6FD2C2F50EEF}">
      <dgm:prSet custT="1"/>
      <dgm:spPr/>
      <dgm:t>
        <a:bodyPr/>
        <a:lstStyle/>
        <a:p>
          <a:r>
            <a:rPr lang="en-US" sz="1800" smtClean="0">
              <a:latin typeface="Times New Roman" panose="02020603050405020304" pitchFamily="18" charset="0"/>
              <a:cs typeface="Times New Roman" panose="02020603050405020304" pitchFamily="18" charset="0"/>
            </a:rPr>
            <a:t>Giao diện, cách sắp xếp dữ liệu chưa chuyên nghiệp. </a:t>
          </a:r>
          <a:endParaRPr lang="en-US" sz="1800">
            <a:latin typeface="Times New Roman" panose="02020603050405020304" pitchFamily="18" charset="0"/>
            <a:cs typeface="Times New Roman" panose="02020603050405020304" pitchFamily="18" charset="0"/>
          </a:endParaRPr>
        </a:p>
      </dgm:t>
    </dgm:pt>
    <dgm:pt modelId="{3E9E30AE-F684-4591-B274-83076144BD2B}" type="parTrans" cxnId="{6749F000-8B06-4F4A-9180-E03C8FA2049C}">
      <dgm:prSet/>
      <dgm:spPr/>
      <dgm:t>
        <a:bodyPr/>
        <a:lstStyle/>
        <a:p>
          <a:endParaRPr lang="en-US"/>
        </a:p>
      </dgm:t>
    </dgm:pt>
    <dgm:pt modelId="{BB1C8D02-22C7-4E19-B454-CF5918D7DAD5}" type="sibTrans" cxnId="{6749F000-8B06-4F4A-9180-E03C8FA2049C}">
      <dgm:prSet/>
      <dgm:spPr/>
      <dgm:t>
        <a:bodyPr/>
        <a:lstStyle/>
        <a:p>
          <a:endParaRPr lang="en-US"/>
        </a:p>
      </dgm:t>
    </dgm:pt>
    <dgm:pt modelId="{43E935D4-2693-4316-A91A-8DA3030B5718}">
      <dgm:prSet custT="1"/>
      <dgm:spPr/>
      <dgm:t>
        <a:bodyPr/>
        <a:lstStyle/>
        <a:p>
          <a:r>
            <a:rPr lang="en-US" sz="1800" smtClean="0">
              <a:latin typeface="Times New Roman" panose="02020603050405020304" pitchFamily="18" charset="0"/>
              <a:cs typeface="Times New Roman" panose="02020603050405020304" pitchFamily="18" charset="0"/>
            </a:rPr>
            <a:t>Chưa có sao lưu và phục hồi dữ liệu…</a:t>
          </a:r>
          <a:endParaRPr lang="en-US" sz="1800">
            <a:latin typeface="Times New Roman" panose="02020603050405020304" pitchFamily="18" charset="0"/>
            <a:cs typeface="Times New Roman" panose="02020603050405020304" pitchFamily="18" charset="0"/>
          </a:endParaRPr>
        </a:p>
      </dgm:t>
    </dgm:pt>
    <dgm:pt modelId="{0BF0EAF6-D48B-4E0E-A82C-5C95DB61FF79}" type="parTrans" cxnId="{E59AD3FB-C25C-4AA4-826C-6BB0977BD0EA}">
      <dgm:prSet/>
      <dgm:spPr/>
      <dgm:t>
        <a:bodyPr/>
        <a:lstStyle/>
        <a:p>
          <a:endParaRPr lang="en-US"/>
        </a:p>
      </dgm:t>
    </dgm:pt>
    <dgm:pt modelId="{5FAA0551-F64B-4976-886A-437265F924F7}" type="sibTrans" cxnId="{E59AD3FB-C25C-4AA4-826C-6BB0977BD0EA}">
      <dgm:prSet/>
      <dgm:spPr/>
      <dgm:t>
        <a:bodyPr/>
        <a:lstStyle/>
        <a:p>
          <a:endParaRPr lang="en-US"/>
        </a:p>
      </dgm:t>
    </dgm:pt>
    <dgm:pt modelId="{A62AABFE-164B-4950-9672-0394E36D0E4C}" type="pres">
      <dgm:prSet presAssocID="{529221F0-CDEB-49B2-8D47-A033D4A4CA3F}" presName="linear" presStyleCnt="0">
        <dgm:presLayoutVars>
          <dgm:animLvl val="lvl"/>
          <dgm:resizeHandles val="exact"/>
        </dgm:presLayoutVars>
      </dgm:prSet>
      <dgm:spPr/>
      <dgm:t>
        <a:bodyPr/>
        <a:lstStyle/>
        <a:p>
          <a:endParaRPr lang="en-US"/>
        </a:p>
      </dgm:t>
    </dgm:pt>
    <dgm:pt modelId="{C5DC4416-2DC9-490E-8108-62C073C33534}" type="pres">
      <dgm:prSet presAssocID="{81B097F9-8E57-450D-A816-98B8F91A4E2A}" presName="parentText" presStyleLbl="node1" presStyleIdx="0" presStyleCnt="1" custScaleY="53416" custLinFactNeighborX="145" custLinFactNeighborY="-2224">
        <dgm:presLayoutVars>
          <dgm:chMax val="0"/>
          <dgm:bulletEnabled val="1"/>
        </dgm:presLayoutVars>
      </dgm:prSet>
      <dgm:spPr/>
      <dgm:t>
        <a:bodyPr/>
        <a:lstStyle/>
        <a:p>
          <a:endParaRPr lang="en-US"/>
        </a:p>
      </dgm:t>
    </dgm:pt>
    <dgm:pt modelId="{7AA07C6B-A51B-403D-A9A5-CAB4D6257321}" type="pres">
      <dgm:prSet presAssocID="{81B097F9-8E57-450D-A816-98B8F91A4E2A}" presName="childText" presStyleLbl="revTx" presStyleIdx="0" presStyleCnt="1" custScaleY="111577" custLinFactNeighborX="-145" custLinFactNeighborY="22209">
        <dgm:presLayoutVars>
          <dgm:bulletEnabled val="1"/>
        </dgm:presLayoutVars>
      </dgm:prSet>
      <dgm:spPr/>
      <dgm:t>
        <a:bodyPr/>
        <a:lstStyle/>
        <a:p>
          <a:endParaRPr lang="en-US"/>
        </a:p>
      </dgm:t>
    </dgm:pt>
  </dgm:ptLst>
  <dgm:cxnLst>
    <dgm:cxn modelId="{7E8315BA-7EF4-4E08-AF62-4BA865D74808}" type="presOf" srcId="{668261A7-7751-413E-8826-4FDD63B39AE1}" destId="{7AA07C6B-A51B-403D-A9A5-CAB4D6257321}" srcOrd="0" destOrd="0" presId="urn:microsoft.com/office/officeart/2005/8/layout/vList2"/>
    <dgm:cxn modelId="{AAE66E3E-9273-4A10-8178-F4C35BDD0329}" srcId="{81B097F9-8E57-450D-A816-98B8F91A4E2A}" destId="{668261A7-7751-413E-8826-4FDD63B39AE1}" srcOrd="0" destOrd="0" parTransId="{E6094B9A-1B57-4362-BAD7-CA9F318EEADD}" sibTransId="{FE2D40F6-6F51-4DA8-90A6-E231118CF31B}"/>
    <dgm:cxn modelId="{5F921FF4-7FE3-4FC8-921E-BDDE3988EC18}" type="presOf" srcId="{574FFDBA-CFF9-4583-AC07-4FB70D7C5654}" destId="{7AA07C6B-A51B-403D-A9A5-CAB4D6257321}" srcOrd="0" destOrd="1" presId="urn:microsoft.com/office/officeart/2005/8/layout/vList2"/>
    <dgm:cxn modelId="{E6261FFD-8337-4D7E-8B0D-EA2B13A2C512}" type="presOf" srcId="{529221F0-CDEB-49B2-8D47-A033D4A4CA3F}" destId="{A62AABFE-164B-4950-9672-0394E36D0E4C}" srcOrd="0" destOrd="0" presId="urn:microsoft.com/office/officeart/2005/8/layout/vList2"/>
    <dgm:cxn modelId="{6905D60A-3503-410F-AEC1-2A69D4397177}" type="presOf" srcId="{D5AE62AC-AEE7-4A71-8BF2-72D41DD3DA56}" destId="{7AA07C6B-A51B-403D-A9A5-CAB4D6257321}" srcOrd="0" destOrd="6" presId="urn:microsoft.com/office/officeart/2005/8/layout/vList2"/>
    <dgm:cxn modelId="{C7DBCDE8-7A63-46E0-970A-E9E9AB8B32AF}" type="presOf" srcId="{81B097F9-8E57-450D-A816-98B8F91A4E2A}" destId="{C5DC4416-2DC9-490E-8108-62C073C33534}" srcOrd="0" destOrd="0" presId="urn:microsoft.com/office/officeart/2005/8/layout/vList2"/>
    <dgm:cxn modelId="{A543801B-E167-4025-BBE3-ABF7CE3EB677}" srcId="{668261A7-7751-413E-8826-4FDD63B39AE1}" destId="{20F49179-8A6A-4D90-836C-145021096EA6}" srcOrd="2" destOrd="0" parTransId="{206A13A3-BE21-4BAE-BD3B-1E2B2E549B01}" sibTransId="{59B17DDF-7BA2-4583-83A5-131008151925}"/>
    <dgm:cxn modelId="{0A3EBC2F-4EEA-4C48-A5D5-CF07FC3CEC73}" srcId="{529221F0-CDEB-49B2-8D47-A033D4A4CA3F}" destId="{81B097F9-8E57-450D-A816-98B8F91A4E2A}" srcOrd="0" destOrd="0" parTransId="{EAC180CD-D971-4A92-9195-1752051301E1}" sibTransId="{243513A8-29C8-42FD-8592-364EB51516AA}"/>
    <dgm:cxn modelId="{2A866916-617B-44D1-AE60-F14D718DB4A6}" type="presOf" srcId="{9FACA02D-DC8A-4EB0-95A4-84621BB899DD}" destId="{7AA07C6B-A51B-403D-A9A5-CAB4D6257321}" srcOrd="0" destOrd="5" presId="urn:microsoft.com/office/officeart/2005/8/layout/vList2"/>
    <dgm:cxn modelId="{6749F000-8B06-4F4A-9180-E03C8FA2049C}" srcId="{B0971CC0-64E0-43DE-9B33-A203FBD24D9B}" destId="{1D7E73D3-2009-43B5-8E05-6FD2C2F50EEF}" srcOrd="2" destOrd="0" parTransId="{3E9E30AE-F684-4591-B274-83076144BD2B}" sibTransId="{BB1C8D02-22C7-4E19-B454-CF5918D7DAD5}"/>
    <dgm:cxn modelId="{D2322AA7-41C5-4CE1-A4D5-FBCB3A68B6EB}" type="presOf" srcId="{20F49179-8A6A-4D90-836C-145021096EA6}" destId="{7AA07C6B-A51B-403D-A9A5-CAB4D6257321}" srcOrd="0" destOrd="3" presId="urn:microsoft.com/office/officeart/2005/8/layout/vList2"/>
    <dgm:cxn modelId="{80057AC5-708E-4563-9E36-01F891280BCD}" srcId="{B0971CC0-64E0-43DE-9B33-A203FBD24D9B}" destId="{D5AE62AC-AEE7-4A71-8BF2-72D41DD3DA56}" srcOrd="1" destOrd="0" parTransId="{75628C0A-5338-4F8F-9D69-D90946D12BEC}" sibTransId="{A5F022DE-C4A4-45E3-9FFC-8AAC7885C0CB}"/>
    <dgm:cxn modelId="{0C3BE937-E910-4207-92DA-1FCC055E0589}" type="presOf" srcId="{B0971CC0-64E0-43DE-9B33-A203FBD24D9B}" destId="{7AA07C6B-A51B-403D-A9A5-CAB4D6257321}" srcOrd="0" destOrd="4" presId="urn:microsoft.com/office/officeart/2005/8/layout/vList2"/>
    <dgm:cxn modelId="{B5131341-6C03-4FF8-B4B0-0D5E69DC1932}" type="presOf" srcId="{43E935D4-2693-4316-A91A-8DA3030B5718}" destId="{7AA07C6B-A51B-403D-A9A5-CAB4D6257321}" srcOrd="0" destOrd="8" presId="urn:microsoft.com/office/officeart/2005/8/layout/vList2"/>
    <dgm:cxn modelId="{53C78880-A4C6-4531-A40E-BF44DFB29AF6}" srcId="{81B097F9-8E57-450D-A816-98B8F91A4E2A}" destId="{B0971CC0-64E0-43DE-9B33-A203FBD24D9B}" srcOrd="1" destOrd="0" parTransId="{B2F478AE-338B-4DED-BDE3-CA3C466F2904}" sibTransId="{84F4D904-17E5-426A-B2F8-E520D42883DC}"/>
    <dgm:cxn modelId="{E59AD3FB-C25C-4AA4-826C-6BB0977BD0EA}" srcId="{B0971CC0-64E0-43DE-9B33-A203FBD24D9B}" destId="{43E935D4-2693-4316-A91A-8DA3030B5718}" srcOrd="3" destOrd="0" parTransId="{0BF0EAF6-D48B-4E0E-A82C-5C95DB61FF79}" sibTransId="{5FAA0551-F64B-4976-886A-437265F924F7}"/>
    <dgm:cxn modelId="{8FC4CFA2-AC50-4386-A5DC-2B2BEF015FDA}" srcId="{668261A7-7751-413E-8826-4FDD63B39AE1}" destId="{574FFDBA-CFF9-4583-AC07-4FB70D7C5654}" srcOrd="0" destOrd="0" parTransId="{8335B01E-3448-4DBE-9EA6-46E10DDA0D1D}" sibTransId="{2B0D895E-5A3F-4E9E-AA6B-F95F44E37D01}"/>
    <dgm:cxn modelId="{1B741B0C-BCB3-4A05-97DF-960F060E5289}" type="presOf" srcId="{1D7E73D3-2009-43B5-8E05-6FD2C2F50EEF}" destId="{7AA07C6B-A51B-403D-A9A5-CAB4D6257321}" srcOrd="0" destOrd="7" presId="urn:microsoft.com/office/officeart/2005/8/layout/vList2"/>
    <dgm:cxn modelId="{5ECC19EB-B99D-4243-B7FF-E9B6EF9BE6F4}" srcId="{B0971CC0-64E0-43DE-9B33-A203FBD24D9B}" destId="{9FACA02D-DC8A-4EB0-95A4-84621BB899DD}" srcOrd="0" destOrd="0" parTransId="{F4A763A6-4A43-4F6D-9A72-FAC1BCC16450}" sibTransId="{5FBEB5DC-A601-40FD-A873-7C6F0DE74F9E}"/>
    <dgm:cxn modelId="{6B3094B8-16D6-4E03-BB99-DCDFE2C1141D}" srcId="{668261A7-7751-413E-8826-4FDD63B39AE1}" destId="{198B1272-87B7-42FA-852F-5659901E30DC}" srcOrd="1" destOrd="0" parTransId="{F723DF0A-FF02-419E-99B3-BF05471FD850}" sibTransId="{21E6C7CE-8EB3-47BC-8EFF-473DF1E781BE}"/>
    <dgm:cxn modelId="{9F5F57A1-3ACA-42E8-A0BA-53890F01129B}" type="presOf" srcId="{198B1272-87B7-42FA-852F-5659901E30DC}" destId="{7AA07C6B-A51B-403D-A9A5-CAB4D6257321}" srcOrd="0" destOrd="2" presId="urn:microsoft.com/office/officeart/2005/8/layout/vList2"/>
    <dgm:cxn modelId="{8FCBAE66-CBC6-4986-AD45-F7799A3B7EA1}" type="presParOf" srcId="{A62AABFE-164B-4950-9672-0394E36D0E4C}" destId="{C5DC4416-2DC9-490E-8108-62C073C33534}" srcOrd="0" destOrd="0" presId="urn:microsoft.com/office/officeart/2005/8/layout/vList2"/>
    <dgm:cxn modelId="{80D1F29E-4435-44B1-BD4A-C75209A0FC0E}" type="presParOf" srcId="{A62AABFE-164B-4950-9672-0394E36D0E4C}" destId="{7AA07C6B-A51B-403D-A9A5-CAB4D625732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2D3D1-27AD-4F30-9F53-FE3FD056B135}">
      <dsp:nvSpPr>
        <dsp:cNvPr id="0" name=""/>
        <dsp:cNvSpPr/>
      </dsp:nvSpPr>
      <dsp:spPr>
        <a:xfrm>
          <a:off x="430554" y="437"/>
          <a:ext cx="1717812" cy="85890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b="1" kern="1200" smtClean="0">
              <a:latin typeface="Times New Roman" panose="02020603050405020304" pitchFamily="18" charset="0"/>
              <a:cs typeface="Times New Roman" panose="02020603050405020304" pitchFamily="18" charset="0"/>
            </a:rPr>
            <a:t>Quản lý nhân viên</a:t>
          </a:r>
          <a:endParaRPr lang="en-US" sz="1800" b="1" kern="1200">
            <a:latin typeface="Times New Roman" panose="02020603050405020304" pitchFamily="18" charset="0"/>
            <a:cs typeface="Times New Roman" panose="02020603050405020304" pitchFamily="18" charset="0"/>
          </a:endParaRPr>
        </a:p>
      </dsp:txBody>
      <dsp:txXfrm>
        <a:off x="455710" y="25593"/>
        <a:ext cx="1667500" cy="808594"/>
      </dsp:txXfrm>
    </dsp:sp>
    <dsp:sp modelId="{0624F259-7CB2-4CD2-B23F-965194A78FFB}">
      <dsp:nvSpPr>
        <dsp:cNvPr id="0" name=""/>
        <dsp:cNvSpPr/>
      </dsp:nvSpPr>
      <dsp:spPr>
        <a:xfrm>
          <a:off x="602335" y="859343"/>
          <a:ext cx="171781" cy="644179"/>
        </a:xfrm>
        <a:custGeom>
          <a:avLst/>
          <a:gdLst/>
          <a:ahLst/>
          <a:cxnLst/>
          <a:rect l="0" t="0" r="0" b="0"/>
          <a:pathLst>
            <a:path>
              <a:moveTo>
                <a:pt x="0" y="0"/>
              </a:moveTo>
              <a:lnTo>
                <a:pt x="0" y="644179"/>
              </a:lnTo>
              <a:lnTo>
                <a:pt x="171781" y="644179"/>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D250DD-4BD3-4A8B-8304-97EE1AF87474}">
      <dsp:nvSpPr>
        <dsp:cNvPr id="0" name=""/>
        <dsp:cNvSpPr/>
      </dsp:nvSpPr>
      <dsp:spPr>
        <a:xfrm>
          <a:off x="774116" y="1074070"/>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Thêm nhân viên</a:t>
          </a:r>
          <a:endParaRPr lang="en-US" sz="1800" kern="1200">
            <a:latin typeface="Times New Roman" panose="02020603050405020304" pitchFamily="18" charset="0"/>
            <a:cs typeface="Times New Roman" panose="02020603050405020304" pitchFamily="18" charset="0"/>
          </a:endParaRPr>
        </a:p>
      </dsp:txBody>
      <dsp:txXfrm>
        <a:off x="799272" y="1099226"/>
        <a:ext cx="1323938" cy="808594"/>
      </dsp:txXfrm>
    </dsp:sp>
    <dsp:sp modelId="{8CBA56E5-4462-41ED-BD19-152FF3A80FBC}">
      <dsp:nvSpPr>
        <dsp:cNvPr id="0" name=""/>
        <dsp:cNvSpPr/>
      </dsp:nvSpPr>
      <dsp:spPr>
        <a:xfrm>
          <a:off x="602335" y="859343"/>
          <a:ext cx="171781" cy="1717812"/>
        </a:xfrm>
        <a:custGeom>
          <a:avLst/>
          <a:gdLst/>
          <a:ahLst/>
          <a:cxnLst/>
          <a:rect l="0" t="0" r="0" b="0"/>
          <a:pathLst>
            <a:path>
              <a:moveTo>
                <a:pt x="0" y="0"/>
              </a:moveTo>
              <a:lnTo>
                <a:pt x="0" y="1717812"/>
              </a:lnTo>
              <a:lnTo>
                <a:pt x="171781" y="1717812"/>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C4BDEC-CC3A-46E4-8C3B-3CA4EEAB43B2}">
      <dsp:nvSpPr>
        <dsp:cNvPr id="0" name=""/>
        <dsp:cNvSpPr/>
      </dsp:nvSpPr>
      <dsp:spPr>
        <a:xfrm>
          <a:off x="774116" y="2147703"/>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Sửa nhân viên</a:t>
          </a:r>
          <a:endParaRPr lang="en-US" sz="1800" kern="1200">
            <a:latin typeface="Times New Roman" panose="02020603050405020304" pitchFamily="18" charset="0"/>
            <a:cs typeface="Times New Roman" panose="02020603050405020304" pitchFamily="18" charset="0"/>
          </a:endParaRPr>
        </a:p>
      </dsp:txBody>
      <dsp:txXfrm>
        <a:off x="799272" y="2172859"/>
        <a:ext cx="1323938" cy="808594"/>
      </dsp:txXfrm>
    </dsp:sp>
    <dsp:sp modelId="{1FED8D5E-1180-467A-B530-C2E2C20E8CCF}">
      <dsp:nvSpPr>
        <dsp:cNvPr id="0" name=""/>
        <dsp:cNvSpPr/>
      </dsp:nvSpPr>
      <dsp:spPr>
        <a:xfrm>
          <a:off x="602335" y="859343"/>
          <a:ext cx="171781" cy="2791445"/>
        </a:xfrm>
        <a:custGeom>
          <a:avLst/>
          <a:gdLst/>
          <a:ahLst/>
          <a:cxnLst/>
          <a:rect l="0" t="0" r="0" b="0"/>
          <a:pathLst>
            <a:path>
              <a:moveTo>
                <a:pt x="0" y="0"/>
              </a:moveTo>
              <a:lnTo>
                <a:pt x="0" y="2791445"/>
              </a:lnTo>
              <a:lnTo>
                <a:pt x="171781" y="2791445"/>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AC1477-5A99-48B2-970B-1D935F785AF1}">
      <dsp:nvSpPr>
        <dsp:cNvPr id="0" name=""/>
        <dsp:cNvSpPr/>
      </dsp:nvSpPr>
      <dsp:spPr>
        <a:xfrm>
          <a:off x="774116" y="3221336"/>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Xóa nhân viên</a:t>
          </a:r>
          <a:endParaRPr lang="en-US" sz="1800" kern="1200">
            <a:latin typeface="Times New Roman" panose="02020603050405020304" pitchFamily="18" charset="0"/>
            <a:cs typeface="Times New Roman" panose="02020603050405020304" pitchFamily="18" charset="0"/>
          </a:endParaRPr>
        </a:p>
      </dsp:txBody>
      <dsp:txXfrm>
        <a:off x="799272" y="3246492"/>
        <a:ext cx="1323938" cy="808594"/>
      </dsp:txXfrm>
    </dsp:sp>
    <dsp:sp modelId="{4B664496-ABDC-4C69-8B55-1AD1B96BB642}">
      <dsp:nvSpPr>
        <dsp:cNvPr id="0" name=""/>
        <dsp:cNvSpPr/>
      </dsp:nvSpPr>
      <dsp:spPr>
        <a:xfrm>
          <a:off x="2577819" y="437"/>
          <a:ext cx="1717812" cy="85890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b="1" kern="1200" smtClean="0">
              <a:latin typeface="Times New Roman" panose="02020603050405020304" pitchFamily="18" charset="0"/>
              <a:cs typeface="Times New Roman" panose="02020603050405020304" pitchFamily="18" charset="0"/>
            </a:rPr>
            <a:t>Quản lý chức vụ</a:t>
          </a:r>
          <a:endParaRPr lang="en-US" sz="1800" b="1" kern="1200">
            <a:latin typeface="Times New Roman" panose="02020603050405020304" pitchFamily="18" charset="0"/>
            <a:cs typeface="Times New Roman" panose="02020603050405020304" pitchFamily="18" charset="0"/>
          </a:endParaRPr>
        </a:p>
      </dsp:txBody>
      <dsp:txXfrm>
        <a:off x="2602975" y="25593"/>
        <a:ext cx="1667500" cy="808594"/>
      </dsp:txXfrm>
    </dsp:sp>
    <dsp:sp modelId="{4EF4AF21-7668-477B-8A28-D5D383292A7F}">
      <dsp:nvSpPr>
        <dsp:cNvPr id="0" name=""/>
        <dsp:cNvSpPr/>
      </dsp:nvSpPr>
      <dsp:spPr>
        <a:xfrm>
          <a:off x="2749601" y="859343"/>
          <a:ext cx="171781" cy="644179"/>
        </a:xfrm>
        <a:custGeom>
          <a:avLst/>
          <a:gdLst/>
          <a:ahLst/>
          <a:cxnLst/>
          <a:rect l="0" t="0" r="0" b="0"/>
          <a:pathLst>
            <a:path>
              <a:moveTo>
                <a:pt x="0" y="0"/>
              </a:moveTo>
              <a:lnTo>
                <a:pt x="0" y="644179"/>
              </a:lnTo>
              <a:lnTo>
                <a:pt x="171781" y="644179"/>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07AE8D-9071-4F44-A294-34DA4B03BB56}">
      <dsp:nvSpPr>
        <dsp:cNvPr id="0" name=""/>
        <dsp:cNvSpPr/>
      </dsp:nvSpPr>
      <dsp:spPr>
        <a:xfrm>
          <a:off x="2921382" y="1074070"/>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Thêm chức vụ</a:t>
          </a:r>
          <a:endParaRPr lang="en-US" sz="1800" kern="1200">
            <a:latin typeface="Times New Roman" panose="02020603050405020304" pitchFamily="18" charset="0"/>
            <a:cs typeface="Times New Roman" panose="02020603050405020304" pitchFamily="18" charset="0"/>
          </a:endParaRPr>
        </a:p>
      </dsp:txBody>
      <dsp:txXfrm>
        <a:off x="2946538" y="1099226"/>
        <a:ext cx="1323938" cy="808594"/>
      </dsp:txXfrm>
    </dsp:sp>
    <dsp:sp modelId="{874C520B-4EF3-4B8C-8B72-D2D8BDE0D2D5}">
      <dsp:nvSpPr>
        <dsp:cNvPr id="0" name=""/>
        <dsp:cNvSpPr/>
      </dsp:nvSpPr>
      <dsp:spPr>
        <a:xfrm>
          <a:off x="2749601" y="859343"/>
          <a:ext cx="171781" cy="1717812"/>
        </a:xfrm>
        <a:custGeom>
          <a:avLst/>
          <a:gdLst/>
          <a:ahLst/>
          <a:cxnLst/>
          <a:rect l="0" t="0" r="0" b="0"/>
          <a:pathLst>
            <a:path>
              <a:moveTo>
                <a:pt x="0" y="0"/>
              </a:moveTo>
              <a:lnTo>
                <a:pt x="0" y="1717812"/>
              </a:lnTo>
              <a:lnTo>
                <a:pt x="171781" y="1717812"/>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00EF49-9132-481E-A3A6-F71461519B58}">
      <dsp:nvSpPr>
        <dsp:cNvPr id="0" name=""/>
        <dsp:cNvSpPr/>
      </dsp:nvSpPr>
      <dsp:spPr>
        <a:xfrm>
          <a:off x="2921382" y="2147703"/>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Sửa chức vụ</a:t>
          </a:r>
          <a:endParaRPr lang="en-US" sz="1800" kern="1200">
            <a:latin typeface="Times New Roman" panose="02020603050405020304" pitchFamily="18" charset="0"/>
            <a:cs typeface="Times New Roman" panose="02020603050405020304" pitchFamily="18" charset="0"/>
          </a:endParaRPr>
        </a:p>
      </dsp:txBody>
      <dsp:txXfrm>
        <a:off x="2946538" y="2172859"/>
        <a:ext cx="1323938" cy="808594"/>
      </dsp:txXfrm>
    </dsp:sp>
    <dsp:sp modelId="{8BE361D7-5EF0-4EE4-8361-E8D780BE7C1B}">
      <dsp:nvSpPr>
        <dsp:cNvPr id="0" name=""/>
        <dsp:cNvSpPr/>
      </dsp:nvSpPr>
      <dsp:spPr>
        <a:xfrm>
          <a:off x="2749601" y="859343"/>
          <a:ext cx="171781" cy="2791445"/>
        </a:xfrm>
        <a:custGeom>
          <a:avLst/>
          <a:gdLst/>
          <a:ahLst/>
          <a:cxnLst/>
          <a:rect l="0" t="0" r="0" b="0"/>
          <a:pathLst>
            <a:path>
              <a:moveTo>
                <a:pt x="0" y="0"/>
              </a:moveTo>
              <a:lnTo>
                <a:pt x="0" y="2791445"/>
              </a:lnTo>
              <a:lnTo>
                <a:pt x="171781" y="2791445"/>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E23EF9-E9F7-4034-A51F-F21F36131433}">
      <dsp:nvSpPr>
        <dsp:cNvPr id="0" name=""/>
        <dsp:cNvSpPr/>
      </dsp:nvSpPr>
      <dsp:spPr>
        <a:xfrm>
          <a:off x="2921382" y="3221336"/>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Xóa chức vụ</a:t>
          </a:r>
          <a:endParaRPr lang="en-US" sz="1800" kern="1200">
            <a:latin typeface="Times New Roman" panose="02020603050405020304" pitchFamily="18" charset="0"/>
            <a:cs typeface="Times New Roman" panose="02020603050405020304" pitchFamily="18" charset="0"/>
          </a:endParaRPr>
        </a:p>
      </dsp:txBody>
      <dsp:txXfrm>
        <a:off x="2946538" y="3246492"/>
        <a:ext cx="1323938" cy="808594"/>
      </dsp:txXfrm>
    </dsp:sp>
    <dsp:sp modelId="{6BB8DB35-EC68-4D9C-B31B-4F66FE8400A3}">
      <dsp:nvSpPr>
        <dsp:cNvPr id="0" name=""/>
        <dsp:cNvSpPr/>
      </dsp:nvSpPr>
      <dsp:spPr>
        <a:xfrm>
          <a:off x="4725085" y="437"/>
          <a:ext cx="1717812" cy="85890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b="1" kern="1200" smtClean="0">
              <a:latin typeface="Times New Roman" panose="02020603050405020304" pitchFamily="18" charset="0"/>
              <a:cs typeface="Times New Roman" panose="02020603050405020304" pitchFamily="18" charset="0"/>
            </a:rPr>
            <a:t>Quản lý Chấm Công</a:t>
          </a:r>
          <a:endParaRPr lang="en-US" sz="1800" b="1" kern="1200">
            <a:latin typeface="Times New Roman" panose="02020603050405020304" pitchFamily="18" charset="0"/>
            <a:cs typeface="Times New Roman" panose="02020603050405020304" pitchFamily="18" charset="0"/>
          </a:endParaRPr>
        </a:p>
      </dsp:txBody>
      <dsp:txXfrm>
        <a:off x="4750241" y="25593"/>
        <a:ext cx="1667500" cy="808594"/>
      </dsp:txXfrm>
    </dsp:sp>
    <dsp:sp modelId="{7A2250C2-AA56-40D0-9CF9-72ADA8387880}">
      <dsp:nvSpPr>
        <dsp:cNvPr id="0" name=""/>
        <dsp:cNvSpPr/>
      </dsp:nvSpPr>
      <dsp:spPr>
        <a:xfrm>
          <a:off x="4896866" y="859343"/>
          <a:ext cx="171781" cy="644179"/>
        </a:xfrm>
        <a:custGeom>
          <a:avLst/>
          <a:gdLst/>
          <a:ahLst/>
          <a:cxnLst/>
          <a:rect l="0" t="0" r="0" b="0"/>
          <a:pathLst>
            <a:path>
              <a:moveTo>
                <a:pt x="0" y="0"/>
              </a:moveTo>
              <a:lnTo>
                <a:pt x="0" y="644179"/>
              </a:lnTo>
              <a:lnTo>
                <a:pt x="171781" y="644179"/>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A714A6-BD3F-43F6-8452-ED9E2DF95EEA}">
      <dsp:nvSpPr>
        <dsp:cNvPr id="0" name=""/>
        <dsp:cNvSpPr/>
      </dsp:nvSpPr>
      <dsp:spPr>
        <a:xfrm>
          <a:off x="5068648" y="1074070"/>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Thêm Chấm Công</a:t>
          </a:r>
          <a:endParaRPr lang="en-US" sz="1800" kern="1200">
            <a:latin typeface="Times New Roman" panose="02020603050405020304" pitchFamily="18" charset="0"/>
            <a:cs typeface="Times New Roman" panose="02020603050405020304" pitchFamily="18" charset="0"/>
          </a:endParaRPr>
        </a:p>
      </dsp:txBody>
      <dsp:txXfrm>
        <a:off x="5093804" y="1099226"/>
        <a:ext cx="1323938" cy="808594"/>
      </dsp:txXfrm>
    </dsp:sp>
    <dsp:sp modelId="{18E3A866-D820-44F5-BF13-4D8DCD73BC12}">
      <dsp:nvSpPr>
        <dsp:cNvPr id="0" name=""/>
        <dsp:cNvSpPr/>
      </dsp:nvSpPr>
      <dsp:spPr>
        <a:xfrm>
          <a:off x="4896866" y="859343"/>
          <a:ext cx="171781" cy="1717812"/>
        </a:xfrm>
        <a:custGeom>
          <a:avLst/>
          <a:gdLst/>
          <a:ahLst/>
          <a:cxnLst/>
          <a:rect l="0" t="0" r="0" b="0"/>
          <a:pathLst>
            <a:path>
              <a:moveTo>
                <a:pt x="0" y="0"/>
              </a:moveTo>
              <a:lnTo>
                <a:pt x="0" y="1717812"/>
              </a:lnTo>
              <a:lnTo>
                <a:pt x="171781" y="1717812"/>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53BD0F-8566-4D3E-AAB1-394F6AD1501B}">
      <dsp:nvSpPr>
        <dsp:cNvPr id="0" name=""/>
        <dsp:cNvSpPr/>
      </dsp:nvSpPr>
      <dsp:spPr>
        <a:xfrm>
          <a:off x="5068648" y="2147703"/>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Xóa Chấm Công</a:t>
          </a:r>
          <a:endParaRPr lang="en-US" sz="1800" kern="1200">
            <a:latin typeface="Times New Roman" panose="02020603050405020304" pitchFamily="18" charset="0"/>
            <a:cs typeface="Times New Roman" panose="02020603050405020304" pitchFamily="18" charset="0"/>
          </a:endParaRPr>
        </a:p>
      </dsp:txBody>
      <dsp:txXfrm>
        <a:off x="5093804" y="2172859"/>
        <a:ext cx="1323938" cy="808594"/>
      </dsp:txXfrm>
    </dsp:sp>
    <dsp:sp modelId="{7C8F877A-B443-45FF-A098-29DCFC181C91}">
      <dsp:nvSpPr>
        <dsp:cNvPr id="0" name=""/>
        <dsp:cNvSpPr/>
      </dsp:nvSpPr>
      <dsp:spPr>
        <a:xfrm>
          <a:off x="6872351" y="437"/>
          <a:ext cx="1717812" cy="85890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b="1" kern="1200" smtClean="0">
              <a:latin typeface="Times New Roman" panose="02020603050405020304" pitchFamily="18" charset="0"/>
              <a:cs typeface="Times New Roman" panose="02020603050405020304" pitchFamily="18" charset="0"/>
            </a:rPr>
            <a:t>Quản lý thưởng phạt</a:t>
          </a:r>
          <a:endParaRPr lang="en-US" sz="1800" b="1" kern="1200">
            <a:latin typeface="Times New Roman" panose="02020603050405020304" pitchFamily="18" charset="0"/>
            <a:cs typeface="Times New Roman" panose="02020603050405020304" pitchFamily="18" charset="0"/>
          </a:endParaRPr>
        </a:p>
      </dsp:txBody>
      <dsp:txXfrm>
        <a:off x="6897507" y="25593"/>
        <a:ext cx="1667500" cy="808594"/>
      </dsp:txXfrm>
    </dsp:sp>
    <dsp:sp modelId="{20C4CB01-C550-46E4-874F-63B879CF03AE}">
      <dsp:nvSpPr>
        <dsp:cNvPr id="0" name=""/>
        <dsp:cNvSpPr/>
      </dsp:nvSpPr>
      <dsp:spPr>
        <a:xfrm>
          <a:off x="7044132" y="859343"/>
          <a:ext cx="171781" cy="644179"/>
        </a:xfrm>
        <a:custGeom>
          <a:avLst/>
          <a:gdLst/>
          <a:ahLst/>
          <a:cxnLst/>
          <a:rect l="0" t="0" r="0" b="0"/>
          <a:pathLst>
            <a:path>
              <a:moveTo>
                <a:pt x="0" y="0"/>
              </a:moveTo>
              <a:lnTo>
                <a:pt x="0" y="644179"/>
              </a:lnTo>
              <a:lnTo>
                <a:pt x="171781" y="644179"/>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28F056-485C-4E1D-9C19-E242CA266C39}">
      <dsp:nvSpPr>
        <dsp:cNvPr id="0" name=""/>
        <dsp:cNvSpPr/>
      </dsp:nvSpPr>
      <dsp:spPr>
        <a:xfrm>
          <a:off x="7215913" y="1074070"/>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Thêm thưởng phạt</a:t>
          </a:r>
          <a:endParaRPr lang="en-US" sz="1800" kern="1200">
            <a:latin typeface="Times New Roman" panose="02020603050405020304" pitchFamily="18" charset="0"/>
            <a:cs typeface="Times New Roman" panose="02020603050405020304" pitchFamily="18" charset="0"/>
          </a:endParaRPr>
        </a:p>
      </dsp:txBody>
      <dsp:txXfrm>
        <a:off x="7241069" y="1099226"/>
        <a:ext cx="1323938" cy="808594"/>
      </dsp:txXfrm>
    </dsp:sp>
    <dsp:sp modelId="{1BE08631-4752-44C2-9E2C-4C7985398A06}">
      <dsp:nvSpPr>
        <dsp:cNvPr id="0" name=""/>
        <dsp:cNvSpPr/>
      </dsp:nvSpPr>
      <dsp:spPr>
        <a:xfrm>
          <a:off x="7044132" y="859343"/>
          <a:ext cx="171781" cy="1717812"/>
        </a:xfrm>
        <a:custGeom>
          <a:avLst/>
          <a:gdLst/>
          <a:ahLst/>
          <a:cxnLst/>
          <a:rect l="0" t="0" r="0" b="0"/>
          <a:pathLst>
            <a:path>
              <a:moveTo>
                <a:pt x="0" y="0"/>
              </a:moveTo>
              <a:lnTo>
                <a:pt x="0" y="1717812"/>
              </a:lnTo>
              <a:lnTo>
                <a:pt x="171781" y="1717812"/>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8AAF52-6069-4DEA-9EBB-85AB19539681}">
      <dsp:nvSpPr>
        <dsp:cNvPr id="0" name=""/>
        <dsp:cNvSpPr/>
      </dsp:nvSpPr>
      <dsp:spPr>
        <a:xfrm>
          <a:off x="7215913" y="2147703"/>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Sửa thưởng phạt</a:t>
          </a:r>
          <a:endParaRPr lang="en-US" sz="1800" kern="1200">
            <a:latin typeface="Times New Roman" panose="02020603050405020304" pitchFamily="18" charset="0"/>
            <a:cs typeface="Times New Roman" panose="02020603050405020304" pitchFamily="18" charset="0"/>
          </a:endParaRPr>
        </a:p>
      </dsp:txBody>
      <dsp:txXfrm>
        <a:off x="7241069" y="2172859"/>
        <a:ext cx="1323938" cy="808594"/>
      </dsp:txXfrm>
    </dsp:sp>
    <dsp:sp modelId="{DCAC692A-8402-4E33-9458-CA6818968A89}">
      <dsp:nvSpPr>
        <dsp:cNvPr id="0" name=""/>
        <dsp:cNvSpPr/>
      </dsp:nvSpPr>
      <dsp:spPr>
        <a:xfrm>
          <a:off x="7044132" y="859343"/>
          <a:ext cx="171781" cy="2791445"/>
        </a:xfrm>
        <a:custGeom>
          <a:avLst/>
          <a:gdLst/>
          <a:ahLst/>
          <a:cxnLst/>
          <a:rect l="0" t="0" r="0" b="0"/>
          <a:pathLst>
            <a:path>
              <a:moveTo>
                <a:pt x="0" y="0"/>
              </a:moveTo>
              <a:lnTo>
                <a:pt x="0" y="2791445"/>
              </a:lnTo>
              <a:lnTo>
                <a:pt x="171781" y="2791445"/>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32902E-FFCC-4301-8213-530134BC0FCE}">
      <dsp:nvSpPr>
        <dsp:cNvPr id="0" name=""/>
        <dsp:cNvSpPr/>
      </dsp:nvSpPr>
      <dsp:spPr>
        <a:xfrm>
          <a:off x="7215913" y="3221336"/>
          <a:ext cx="1374250" cy="85890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Xóa thưởng phạt</a:t>
          </a:r>
          <a:endParaRPr lang="en-US" sz="1800" kern="1200">
            <a:latin typeface="Times New Roman" panose="02020603050405020304" pitchFamily="18" charset="0"/>
            <a:cs typeface="Times New Roman" panose="02020603050405020304" pitchFamily="18" charset="0"/>
          </a:endParaRPr>
        </a:p>
      </dsp:txBody>
      <dsp:txXfrm>
        <a:off x="7241069" y="3246492"/>
        <a:ext cx="1323938" cy="8085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2D3D1-27AD-4F30-9F53-FE3FD056B135}">
      <dsp:nvSpPr>
        <dsp:cNvPr id="0" name=""/>
        <dsp:cNvSpPr/>
      </dsp:nvSpPr>
      <dsp:spPr>
        <a:xfrm>
          <a:off x="5719" y="565704"/>
          <a:ext cx="1425684" cy="71284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b="1" kern="1200" smtClean="0">
              <a:latin typeface="Times New Roman" panose="02020603050405020304" pitchFamily="18" charset="0"/>
              <a:cs typeface="Times New Roman" panose="02020603050405020304" pitchFamily="18" charset="0"/>
            </a:rPr>
            <a:t>Quản lý phòng ban</a:t>
          </a:r>
          <a:endParaRPr lang="en-US" sz="1800" b="1" kern="1200">
            <a:latin typeface="Times New Roman" panose="02020603050405020304" pitchFamily="18" charset="0"/>
            <a:cs typeface="Times New Roman" panose="02020603050405020304" pitchFamily="18" charset="0"/>
          </a:endParaRPr>
        </a:p>
      </dsp:txBody>
      <dsp:txXfrm>
        <a:off x="26597" y="586582"/>
        <a:ext cx="1383928" cy="671086"/>
      </dsp:txXfrm>
    </dsp:sp>
    <dsp:sp modelId="{0624F259-7CB2-4CD2-B23F-965194A78FFB}">
      <dsp:nvSpPr>
        <dsp:cNvPr id="0" name=""/>
        <dsp:cNvSpPr/>
      </dsp:nvSpPr>
      <dsp:spPr>
        <a:xfrm>
          <a:off x="148287" y="1278546"/>
          <a:ext cx="142568" cy="534631"/>
        </a:xfrm>
        <a:custGeom>
          <a:avLst/>
          <a:gdLst/>
          <a:ahLst/>
          <a:cxnLst/>
          <a:rect l="0" t="0" r="0" b="0"/>
          <a:pathLst>
            <a:path>
              <a:moveTo>
                <a:pt x="0" y="0"/>
              </a:moveTo>
              <a:lnTo>
                <a:pt x="0" y="534631"/>
              </a:lnTo>
              <a:lnTo>
                <a:pt x="142568" y="534631"/>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D250DD-4BD3-4A8B-8304-97EE1AF87474}">
      <dsp:nvSpPr>
        <dsp:cNvPr id="0" name=""/>
        <dsp:cNvSpPr/>
      </dsp:nvSpPr>
      <dsp:spPr>
        <a:xfrm>
          <a:off x="290855" y="1456757"/>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Thêm phòng ban</a:t>
          </a:r>
          <a:endParaRPr lang="en-US" sz="1800" kern="1200">
            <a:latin typeface="Times New Roman" panose="02020603050405020304" pitchFamily="18" charset="0"/>
            <a:cs typeface="Times New Roman" panose="02020603050405020304" pitchFamily="18" charset="0"/>
          </a:endParaRPr>
        </a:p>
      </dsp:txBody>
      <dsp:txXfrm>
        <a:off x="311733" y="1477635"/>
        <a:ext cx="1098791" cy="671086"/>
      </dsp:txXfrm>
    </dsp:sp>
    <dsp:sp modelId="{8CBA56E5-4462-41ED-BD19-152FF3A80FBC}">
      <dsp:nvSpPr>
        <dsp:cNvPr id="0" name=""/>
        <dsp:cNvSpPr/>
      </dsp:nvSpPr>
      <dsp:spPr>
        <a:xfrm>
          <a:off x="148287" y="1278546"/>
          <a:ext cx="142568" cy="1425684"/>
        </a:xfrm>
        <a:custGeom>
          <a:avLst/>
          <a:gdLst/>
          <a:ahLst/>
          <a:cxnLst/>
          <a:rect l="0" t="0" r="0" b="0"/>
          <a:pathLst>
            <a:path>
              <a:moveTo>
                <a:pt x="0" y="0"/>
              </a:moveTo>
              <a:lnTo>
                <a:pt x="0" y="1425684"/>
              </a:lnTo>
              <a:lnTo>
                <a:pt x="142568" y="1425684"/>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C4BDEC-CC3A-46E4-8C3B-3CA4EEAB43B2}">
      <dsp:nvSpPr>
        <dsp:cNvPr id="0" name=""/>
        <dsp:cNvSpPr/>
      </dsp:nvSpPr>
      <dsp:spPr>
        <a:xfrm>
          <a:off x="290855" y="2347809"/>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Sửa phòng ban</a:t>
          </a:r>
          <a:endParaRPr lang="en-US" sz="1800" kern="1200">
            <a:latin typeface="Times New Roman" panose="02020603050405020304" pitchFamily="18" charset="0"/>
            <a:cs typeface="Times New Roman" panose="02020603050405020304" pitchFamily="18" charset="0"/>
          </a:endParaRPr>
        </a:p>
      </dsp:txBody>
      <dsp:txXfrm>
        <a:off x="311733" y="2368687"/>
        <a:ext cx="1098791" cy="671086"/>
      </dsp:txXfrm>
    </dsp:sp>
    <dsp:sp modelId="{1FED8D5E-1180-467A-B530-C2E2C20E8CCF}">
      <dsp:nvSpPr>
        <dsp:cNvPr id="0" name=""/>
        <dsp:cNvSpPr/>
      </dsp:nvSpPr>
      <dsp:spPr>
        <a:xfrm>
          <a:off x="148287" y="1278546"/>
          <a:ext cx="142568" cy="2316737"/>
        </a:xfrm>
        <a:custGeom>
          <a:avLst/>
          <a:gdLst/>
          <a:ahLst/>
          <a:cxnLst/>
          <a:rect l="0" t="0" r="0" b="0"/>
          <a:pathLst>
            <a:path>
              <a:moveTo>
                <a:pt x="0" y="0"/>
              </a:moveTo>
              <a:lnTo>
                <a:pt x="0" y="2316737"/>
              </a:lnTo>
              <a:lnTo>
                <a:pt x="142568" y="2316737"/>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AC1477-5A99-48B2-970B-1D935F785AF1}">
      <dsp:nvSpPr>
        <dsp:cNvPr id="0" name=""/>
        <dsp:cNvSpPr/>
      </dsp:nvSpPr>
      <dsp:spPr>
        <a:xfrm>
          <a:off x="290855" y="3238862"/>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Xóa phòng ban</a:t>
          </a:r>
          <a:endParaRPr lang="en-US" sz="1800" kern="1200">
            <a:latin typeface="Times New Roman" panose="02020603050405020304" pitchFamily="18" charset="0"/>
            <a:cs typeface="Times New Roman" panose="02020603050405020304" pitchFamily="18" charset="0"/>
          </a:endParaRPr>
        </a:p>
      </dsp:txBody>
      <dsp:txXfrm>
        <a:off x="311733" y="3259740"/>
        <a:ext cx="1098791" cy="671086"/>
      </dsp:txXfrm>
    </dsp:sp>
    <dsp:sp modelId="{EF52D82B-3F50-4208-A5CF-3AC24BBFFE22}">
      <dsp:nvSpPr>
        <dsp:cNvPr id="0" name=""/>
        <dsp:cNvSpPr/>
      </dsp:nvSpPr>
      <dsp:spPr>
        <a:xfrm>
          <a:off x="1787824" y="565704"/>
          <a:ext cx="1425684" cy="71284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b="1" kern="1200" smtClean="0">
              <a:latin typeface="Times New Roman" panose="02020603050405020304" pitchFamily="18" charset="0"/>
              <a:cs typeface="Times New Roman" panose="02020603050405020304" pitchFamily="18" charset="0"/>
            </a:rPr>
            <a:t>Quản lý phụ cấp</a:t>
          </a:r>
          <a:endParaRPr lang="en-US" sz="1800" b="1" kern="1200">
            <a:latin typeface="Times New Roman" panose="02020603050405020304" pitchFamily="18" charset="0"/>
            <a:cs typeface="Times New Roman" panose="02020603050405020304" pitchFamily="18" charset="0"/>
          </a:endParaRPr>
        </a:p>
      </dsp:txBody>
      <dsp:txXfrm>
        <a:off x="1808702" y="586582"/>
        <a:ext cx="1383928" cy="671086"/>
      </dsp:txXfrm>
    </dsp:sp>
    <dsp:sp modelId="{5BC25C35-4180-4B75-B73E-718880E9C523}">
      <dsp:nvSpPr>
        <dsp:cNvPr id="0" name=""/>
        <dsp:cNvSpPr/>
      </dsp:nvSpPr>
      <dsp:spPr>
        <a:xfrm>
          <a:off x="1930392" y="1278546"/>
          <a:ext cx="142568" cy="534631"/>
        </a:xfrm>
        <a:custGeom>
          <a:avLst/>
          <a:gdLst/>
          <a:ahLst/>
          <a:cxnLst/>
          <a:rect l="0" t="0" r="0" b="0"/>
          <a:pathLst>
            <a:path>
              <a:moveTo>
                <a:pt x="0" y="0"/>
              </a:moveTo>
              <a:lnTo>
                <a:pt x="0" y="534631"/>
              </a:lnTo>
              <a:lnTo>
                <a:pt x="142568" y="534631"/>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AB3294-CE48-4AA8-AEFD-0CCAF05BE800}">
      <dsp:nvSpPr>
        <dsp:cNvPr id="0" name=""/>
        <dsp:cNvSpPr/>
      </dsp:nvSpPr>
      <dsp:spPr>
        <a:xfrm>
          <a:off x="2072961" y="1456757"/>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Thêm phụ cấp</a:t>
          </a:r>
          <a:endParaRPr lang="en-US" sz="1800" kern="1200">
            <a:latin typeface="Times New Roman" panose="02020603050405020304" pitchFamily="18" charset="0"/>
            <a:cs typeface="Times New Roman" panose="02020603050405020304" pitchFamily="18" charset="0"/>
          </a:endParaRPr>
        </a:p>
      </dsp:txBody>
      <dsp:txXfrm>
        <a:off x="2093839" y="1477635"/>
        <a:ext cx="1098791" cy="671086"/>
      </dsp:txXfrm>
    </dsp:sp>
    <dsp:sp modelId="{558DCDB4-1828-4FCC-977D-D33007DF3F4B}">
      <dsp:nvSpPr>
        <dsp:cNvPr id="0" name=""/>
        <dsp:cNvSpPr/>
      </dsp:nvSpPr>
      <dsp:spPr>
        <a:xfrm>
          <a:off x="1930392" y="1278546"/>
          <a:ext cx="142568" cy="1425684"/>
        </a:xfrm>
        <a:custGeom>
          <a:avLst/>
          <a:gdLst/>
          <a:ahLst/>
          <a:cxnLst/>
          <a:rect l="0" t="0" r="0" b="0"/>
          <a:pathLst>
            <a:path>
              <a:moveTo>
                <a:pt x="0" y="0"/>
              </a:moveTo>
              <a:lnTo>
                <a:pt x="0" y="1425684"/>
              </a:lnTo>
              <a:lnTo>
                <a:pt x="142568" y="1425684"/>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CDD090-4355-4ED2-A742-4BA0967F8300}">
      <dsp:nvSpPr>
        <dsp:cNvPr id="0" name=""/>
        <dsp:cNvSpPr/>
      </dsp:nvSpPr>
      <dsp:spPr>
        <a:xfrm>
          <a:off x="2072961" y="2347809"/>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Sửa phụ cấp</a:t>
          </a:r>
          <a:endParaRPr lang="en-US" sz="1800" kern="1200">
            <a:latin typeface="Times New Roman" panose="02020603050405020304" pitchFamily="18" charset="0"/>
            <a:cs typeface="Times New Roman" panose="02020603050405020304" pitchFamily="18" charset="0"/>
          </a:endParaRPr>
        </a:p>
      </dsp:txBody>
      <dsp:txXfrm>
        <a:off x="2093839" y="2368687"/>
        <a:ext cx="1098791" cy="671086"/>
      </dsp:txXfrm>
    </dsp:sp>
    <dsp:sp modelId="{BD0AE655-10D5-44CA-8023-3B4287941380}">
      <dsp:nvSpPr>
        <dsp:cNvPr id="0" name=""/>
        <dsp:cNvSpPr/>
      </dsp:nvSpPr>
      <dsp:spPr>
        <a:xfrm>
          <a:off x="1930392" y="1278546"/>
          <a:ext cx="142568" cy="2316737"/>
        </a:xfrm>
        <a:custGeom>
          <a:avLst/>
          <a:gdLst/>
          <a:ahLst/>
          <a:cxnLst/>
          <a:rect l="0" t="0" r="0" b="0"/>
          <a:pathLst>
            <a:path>
              <a:moveTo>
                <a:pt x="0" y="0"/>
              </a:moveTo>
              <a:lnTo>
                <a:pt x="0" y="2316737"/>
              </a:lnTo>
              <a:lnTo>
                <a:pt x="142568" y="2316737"/>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FE064AB-8B0C-47F4-8837-C0730A1CDEB5}">
      <dsp:nvSpPr>
        <dsp:cNvPr id="0" name=""/>
        <dsp:cNvSpPr/>
      </dsp:nvSpPr>
      <dsp:spPr>
        <a:xfrm>
          <a:off x="2072961" y="3238862"/>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Xóa phụ cấp</a:t>
          </a:r>
          <a:endParaRPr lang="en-US" sz="1800" kern="1200">
            <a:latin typeface="Times New Roman" panose="02020603050405020304" pitchFamily="18" charset="0"/>
            <a:cs typeface="Times New Roman" panose="02020603050405020304" pitchFamily="18" charset="0"/>
          </a:endParaRPr>
        </a:p>
      </dsp:txBody>
      <dsp:txXfrm>
        <a:off x="2093839" y="3259740"/>
        <a:ext cx="1098791" cy="671086"/>
      </dsp:txXfrm>
    </dsp:sp>
    <dsp:sp modelId="{4B664496-ABDC-4C69-8B55-1AD1B96BB642}">
      <dsp:nvSpPr>
        <dsp:cNvPr id="0" name=""/>
        <dsp:cNvSpPr/>
      </dsp:nvSpPr>
      <dsp:spPr>
        <a:xfrm>
          <a:off x="3569929" y="565704"/>
          <a:ext cx="1425684" cy="71284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b="1" kern="1200" dirty="0" smtClean="0">
              <a:latin typeface="Times New Roman" panose="02020603050405020304" pitchFamily="18" charset="0"/>
              <a:cs typeface="Times New Roman" panose="02020603050405020304" pitchFamily="18" charset="0"/>
            </a:rPr>
            <a:t>Quản lý bảo hiểm</a:t>
          </a:r>
          <a:endParaRPr lang="en-US" sz="1800" b="1" kern="1200" dirty="0">
            <a:latin typeface="Times New Roman" panose="02020603050405020304" pitchFamily="18" charset="0"/>
            <a:cs typeface="Times New Roman" panose="02020603050405020304" pitchFamily="18" charset="0"/>
          </a:endParaRPr>
        </a:p>
      </dsp:txBody>
      <dsp:txXfrm>
        <a:off x="3590807" y="586582"/>
        <a:ext cx="1383928" cy="671086"/>
      </dsp:txXfrm>
    </dsp:sp>
    <dsp:sp modelId="{4EF4AF21-7668-477B-8A28-D5D383292A7F}">
      <dsp:nvSpPr>
        <dsp:cNvPr id="0" name=""/>
        <dsp:cNvSpPr/>
      </dsp:nvSpPr>
      <dsp:spPr>
        <a:xfrm>
          <a:off x="3712498" y="1278546"/>
          <a:ext cx="142568" cy="534631"/>
        </a:xfrm>
        <a:custGeom>
          <a:avLst/>
          <a:gdLst/>
          <a:ahLst/>
          <a:cxnLst/>
          <a:rect l="0" t="0" r="0" b="0"/>
          <a:pathLst>
            <a:path>
              <a:moveTo>
                <a:pt x="0" y="0"/>
              </a:moveTo>
              <a:lnTo>
                <a:pt x="0" y="534631"/>
              </a:lnTo>
              <a:lnTo>
                <a:pt x="142568" y="534631"/>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07AE8D-9071-4F44-A294-34DA4B03BB56}">
      <dsp:nvSpPr>
        <dsp:cNvPr id="0" name=""/>
        <dsp:cNvSpPr/>
      </dsp:nvSpPr>
      <dsp:spPr>
        <a:xfrm>
          <a:off x="3855066" y="1456757"/>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Thêm bảo hiểm</a:t>
          </a:r>
          <a:endParaRPr lang="en-US" sz="1800" kern="1200" dirty="0">
            <a:latin typeface="Times New Roman" panose="02020603050405020304" pitchFamily="18" charset="0"/>
            <a:cs typeface="Times New Roman" panose="02020603050405020304" pitchFamily="18" charset="0"/>
          </a:endParaRPr>
        </a:p>
      </dsp:txBody>
      <dsp:txXfrm>
        <a:off x="3875944" y="1477635"/>
        <a:ext cx="1098791" cy="671086"/>
      </dsp:txXfrm>
    </dsp:sp>
    <dsp:sp modelId="{874C520B-4EF3-4B8C-8B72-D2D8BDE0D2D5}">
      <dsp:nvSpPr>
        <dsp:cNvPr id="0" name=""/>
        <dsp:cNvSpPr/>
      </dsp:nvSpPr>
      <dsp:spPr>
        <a:xfrm>
          <a:off x="3712498" y="1278546"/>
          <a:ext cx="142568" cy="1425684"/>
        </a:xfrm>
        <a:custGeom>
          <a:avLst/>
          <a:gdLst/>
          <a:ahLst/>
          <a:cxnLst/>
          <a:rect l="0" t="0" r="0" b="0"/>
          <a:pathLst>
            <a:path>
              <a:moveTo>
                <a:pt x="0" y="0"/>
              </a:moveTo>
              <a:lnTo>
                <a:pt x="0" y="1425684"/>
              </a:lnTo>
              <a:lnTo>
                <a:pt x="142568" y="1425684"/>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00EF49-9132-481E-A3A6-F71461519B58}">
      <dsp:nvSpPr>
        <dsp:cNvPr id="0" name=""/>
        <dsp:cNvSpPr/>
      </dsp:nvSpPr>
      <dsp:spPr>
        <a:xfrm>
          <a:off x="3855066" y="2347809"/>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Sửa bảo hiểm</a:t>
          </a:r>
          <a:endParaRPr lang="en-US" sz="1800" kern="1200">
            <a:latin typeface="Times New Roman" panose="02020603050405020304" pitchFamily="18" charset="0"/>
            <a:cs typeface="Times New Roman" panose="02020603050405020304" pitchFamily="18" charset="0"/>
          </a:endParaRPr>
        </a:p>
      </dsp:txBody>
      <dsp:txXfrm>
        <a:off x="3875944" y="2368687"/>
        <a:ext cx="1098791" cy="671086"/>
      </dsp:txXfrm>
    </dsp:sp>
    <dsp:sp modelId="{8BE361D7-5EF0-4EE4-8361-E8D780BE7C1B}">
      <dsp:nvSpPr>
        <dsp:cNvPr id="0" name=""/>
        <dsp:cNvSpPr/>
      </dsp:nvSpPr>
      <dsp:spPr>
        <a:xfrm>
          <a:off x="3712498" y="1278546"/>
          <a:ext cx="142568" cy="2316737"/>
        </a:xfrm>
        <a:custGeom>
          <a:avLst/>
          <a:gdLst/>
          <a:ahLst/>
          <a:cxnLst/>
          <a:rect l="0" t="0" r="0" b="0"/>
          <a:pathLst>
            <a:path>
              <a:moveTo>
                <a:pt x="0" y="0"/>
              </a:moveTo>
              <a:lnTo>
                <a:pt x="0" y="2316737"/>
              </a:lnTo>
              <a:lnTo>
                <a:pt x="142568" y="2316737"/>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E23EF9-E9F7-4034-A51F-F21F36131433}">
      <dsp:nvSpPr>
        <dsp:cNvPr id="0" name=""/>
        <dsp:cNvSpPr/>
      </dsp:nvSpPr>
      <dsp:spPr>
        <a:xfrm>
          <a:off x="3855066" y="3238862"/>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smtClean="0">
              <a:latin typeface="Times New Roman" panose="02020603050405020304" pitchFamily="18" charset="0"/>
              <a:cs typeface="Times New Roman" panose="02020603050405020304" pitchFamily="18" charset="0"/>
            </a:rPr>
            <a:t>Xóa bảo hiểm</a:t>
          </a:r>
          <a:endParaRPr lang="en-US" sz="1800" kern="1200">
            <a:latin typeface="Times New Roman" panose="02020603050405020304" pitchFamily="18" charset="0"/>
            <a:cs typeface="Times New Roman" panose="02020603050405020304" pitchFamily="18" charset="0"/>
          </a:endParaRPr>
        </a:p>
      </dsp:txBody>
      <dsp:txXfrm>
        <a:off x="3875944" y="3259740"/>
        <a:ext cx="1098791" cy="671086"/>
      </dsp:txXfrm>
    </dsp:sp>
    <dsp:sp modelId="{6BB8DB35-EC68-4D9C-B31B-4F66FE8400A3}">
      <dsp:nvSpPr>
        <dsp:cNvPr id="0" name=""/>
        <dsp:cNvSpPr/>
      </dsp:nvSpPr>
      <dsp:spPr>
        <a:xfrm>
          <a:off x="7235393" y="565704"/>
          <a:ext cx="1425684" cy="71284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b="1" kern="1200" smtClean="0">
              <a:latin typeface="Times New Roman" panose="02020603050405020304" pitchFamily="18" charset="0"/>
              <a:cs typeface="Times New Roman" panose="02020603050405020304" pitchFamily="18" charset="0"/>
            </a:rPr>
            <a:t>Thống kê chấm công</a:t>
          </a:r>
          <a:endParaRPr lang="en-US" sz="1800" b="1" kern="1200">
            <a:latin typeface="Times New Roman" panose="02020603050405020304" pitchFamily="18" charset="0"/>
            <a:cs typeface="Times New Roman" panose="02020603050405020304" pitchFamily="18" charset="0"/>
          </a:endParaRPr>
        </a:p>
      </dsp:txBody>
      <dsp:txXfrm>
        <a:off x="7256271" y="586582"/>
        <a:ext cx="1383928" cy="671086"/>
      </dsp:txXfrm>
    </dsp:sp>
    <dsp:sp modelId="{7A2250C2-AA56-40D0-9CF9-72ADA8387880}">
      <dsp:nvSpPr>
        <dsp:cNvPr id="0" name=""/>
        <dsp:cNvSpPr/>
      </dsp:nvSpPr>
      <dsp:spPr>
        <a:xfrm>
          <a:off x="7377961" y="1278546"/>
          <a:ext cx="142665" cy="1414745"/>
        </a:xfrm>
        <a:custGeom>
          <a:avLst/>
          <a:gdLst/>
          <a:ahLst/>
          <a:cxnLst/>
          <a:rect l="0" t="0" r="0" b="0"/>
          <a:pathLst>
            <a:path>
              <a:moveTo>
                <a:pt x="0" y="0"/>
              </a:moveTo>
              <a:lnTo>
                <a:pt x="0" y="1414745"/>
              </a:lnTo>
              <a:lnTo>
                <a:pt x="142665" y="1414745"/>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A714A6-BD3F-43F6-8452-ED9E2DF95EEA}">
      <dsp:nvSpPr>
        <dsp:cNvPr id="0" name=""/>
        <dsp:cNvSpPr/>
      </dsp:nvSpPr>
      <dsp:spPr>
        <a:xfrm>
          <a:off x="7520626" y="1456757"/>
          <a:ext cx="1450331" cy="2473070"/>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Xem chấm công theo ngày, tháng, tên nhân viên, phòng ban… </a:t>
          </a:r>
          <a:endParaRPr lang="en-US" sz="1800" kern="1200" dirty="0">
            <a:latin typeface="Times New Roman" panose="02020603050405020304" pitchFamily="18" charset="0"/>
            <a:cs typeface="Times New Roman" panose="02020603050405020304" pitchFamily="18" charset="0"/>
          </a:endParaRPr>
        </a:p>
      </dsp:txBody>
      <dsp:txXfrm>
        <a:off x="7563105" y="1499236"/>
        <a:ext cx="1365373" cy="2388112"/>
      </dsp:txXfrm>
    </dsp:sp>
    <dsp:sp modelId="{7C8F877A-B443-45FF-A098-29DCFC181C91}">
      <dsp:nvSpPr>
        <dsp:cNvPr id="0" name=""/>
        <dsp:cNvSpPr/>
      </dsp:nvSpPr>
      <dsp:spPr>
        <a:xfrm>
          <a:off x="8946612" y="565704"/>
          <a:ext cx="1425684" cy="71284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b="1" kern="1200" dirty="0" smtClean="0">
              <a:latin typeface="Times New Roman" panose="02020603050405020304" pitchFamily="18" charset="0"/>
              <a:cs typeface="Times New Roman" panose="02020603050405020304" pitchFamily="18" charset="0"/>
            </a:rPr>
            <a:t>Tìm kiếm thông tin</a:t>
          </a:r>
          <a:endParaRPr lang="en-US" sz="1800" b="1" kern="1200" dirty="0">
            <a:latin typeface="Times New Roman" panose="02020603050405020304" pitchFamily="18" charset="0"/>
            <a:cs typeface="Times New Roman" panose="02020603050405020304" pitchFamily="18" charset="0"/>
          </a:endParaRPr>
        </a:p>
      </dsp:txBody>
      <dsp:txXfrm>
        <a:off x="8967490" y="586582"/>
        <a:ext cx="1383928" cy="671086"/>
      </dsp:txXfrm>
    </dsp:sp>
    <dsp:sp modelId="{20C4CB01-C550-46E4-874F-63B879CF03AE}">
      <dsp:nvSpPr>
        <dsp:cNvPr id="0" name=""/>
        <dsp:cNvSpPr/>
      </dsp:nvSpPr>
      <dsp:spPr>
        <a:xfrm>
          <a:off x="9089181" y="1278546"/>
          <a:ext cx="142568" cy="1410286"/>
        </a:xfrm>
        <a:custGeom>
          <a:avLst/>
          <a:gdLst/>
          <a:ahLst/>
          <a:cxnLst/>
          <a:rect l="0" t="0" r="0" b="0"/>
          <a:pathLst>
            <a:path>
              <a:moveTo>
                <a:pt x="0" y="0"/>
              </a:moveTo>
              <a:lnTo>
                <a:pt x="0" y="1410286"/>
              </a:lnTo>
              <a:lnTo>
                <a:pt x="142568" y="1410286"/>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28F056-485C-4E1D-9C19-E242CA266C39}">
      <dsp:nvSpPr>
        <dsp:cNvPr id="0" name=""/>
        <dsp:cNvSpPr/>
      </dsp:nvSpPr>
      <dsp:spPr>
        <a:xfrm>
          <a:off x="9231749" y="1456757"/>
          <a:ext cx="1140547" cy="246415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lvl="0" algn="ctr" defTabSz="800100">
            <a:lnSpc>
              <a:spcPct val="90000"/>
            </a:lnSpc>
            <a:spcBef>
              <a:spcPct val="0"/>
            </a:spcBef>
            <a:spcAft>
              <a:spcPct val="35000"/>
            </a:spcAft>
          </a:pPr>
          <a:r>
            <a:rPr lang="en-US" sz="1800" kern="1200" dirty="0" smtClean="0">
              <a:latin typeface="Times New Roman" panose="02020603050405020304" pitchFamily="18" charset="0"/>
              <a:cs typeface="Times New Roman" panose="02020603050405020304" pitchFamily="18" charset="0"/>
            </a:rPr>
            <a:t>Tìm kiếm thông tin nhân viên theo họ, tên, chức vụ…</a:t>
          </a:r>
          <a:endParaRPr lang="en-US" sz="1800" kern="1200" dirty="0">
            <a:latin typeface="Times New Roman" panose="02020603050405020304" pitchFamily="18" charset="0"/>
            <a:cs typeface="Times New Roman" panose="02020603050405020304" pitchFamily="18" charset="0"/>
          </a:endParaRPr>
        </a:p>
      </dsp:txBody>
      <dsp:txXfrm>
        <a:off x="9265154" y="1490162"/>
        <a:ext cx="1073737" cy="2397342"/>
      </dsp:txXfrm>
    </dsp:sp>
    <dsp:sp modelId="{FBD3A7E7-30A5-459D-B2DF-2B2D2FE0E66F}">
      <dsp:nvSpPr>
        <dsp:cNvPr id="0" name=""/>
        <dsp:cNvSpPr/>
      </dsp:nvSpPr>
      <dsp:spPr>
        <a:xfrm>
          <a:off x="5556418" y="565704"/>
          <a:ext cx="1425684" cy="712842"/>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lvl="0" algn="ctr" defTabSz="1022350">
            <a:lnSpc>
              <a:spcPct val="90000"/>
            </a:lnSpc>
            <a:spcBef>
              <a:spcPct val="0"/>
            </a:spcBef>
            <a:spcAft>
              <a:spcPct val="35000"/>
            </a:spcAft>
          </a:pPr>
          <a:r>
            <a:rPr lang="en-US" sz="2300" b="1" kern="1200" dirty="0" smtClean="0">
              <a:latin typeface="Times New Roman" panose="02020603050405020304" pitchFamily="18" charset="0"/>
              <a:cs typeface="Times New Roman" panose="02020603050405020304" pitchFamily="18" charset="0"/>
            </a:rPr>
            <a:t>Quản lý </a:t>
          </a:r>
          <a:r>
            <a:rPr lang="en-US" sz="2300" b="1" kern="1200" dirty="0" smtClean="0">
              <a:latin typeface="Times New Roman" panose="02020603050405020304" pitchFamily="18" charset="0"/>
              <a:cs typeface="Times New Roman" panose="02020603050405020304" pitchFamily="18" charset="0"/>
            </a:rPr>
            <a:t>hợp đồng</a:t>
          </a:r>
          <a:endParaRPr lang="en-US" sz="2300" b="1" kern="1200" dirty="0">
            <a:latin typeface="Times New Roman" panose="02020603050405020304" pitchFamily="18" charset="0"/>
            <a:cs typeface="Times New Roman" panose="02020603050405020304" pitchFamily="18" charset="0"/>
          </a:endParaRPr>
        </a:p>
      </dsp:txBody>
      <dsp:txXfrm>
        <a:off x="5577296" y="586582"/>
        <a:ext cx="1383928" cy="671086"/>
      </dsp:txXfrm>
    </dsp:sp>
    <dsp:sp modelId="{5C92FF79-62DD-4A7C-A39C-66111B3A5CFE}">
      <dsp:nvSpPr>
        <dsp:cNvPr id="0" name=""/>
        <dsp:cNvSpPr/>
      </dsp:nvSpPr>
      <dsp:spPr>
        <a:xfrm>
          <a:off x="5698987" y="1278546"/>
          <a:ext cx="142115" cy="534631"/>
        </a:xfrm>
        <a:custGeom>
          <a:avLst/>
          <a:gdLst/>
          <a:ahLst/>
          <a:cxnLst/>
          <a:rect l="0" t="0" r="0" b="0"/>
          <a:pathLst>
            <a:path>
              <a:moveTo>
                <a:pt x="0" y="0"/>
              </a:moveTo>
              <a:lnTo>
                <a:pt x="0" y="534631"/>
              </a:lnTo>
              <a:lnTo>
                <a:pt x="142115" y="534631"/>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DDE63E-356C-4DDD-951D-5E5953894DF0}">
      <dsp:nvSpPr>
        <dsp:cNvPr id="0" name=""/>
        <dsp:cNvSpPr/>
      </dsp:nvSpPr>
      <dsp:spPr>
        <a:xfrm>
          <a:off x="5841102" y="1456757"/>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lvl="0" algn="ctr" defTabSz="933450">
            <a:lnSpc>
              <a:spcPct val="90000"/>
            </a:lnSpc>
            <a:spcBef>
              <a:spcPct val="0"/>
            </a:spcBef>
            <a:spcAft>
              <a:spcPct val="35000"/>
            </a:spcAft>
          </a:pPr>
          <a:r>
            <a:rPr lang="en-US" sz="2100" kern="1200" dirty="0" smtClean="0">
              <a:latin typeface="Times New Roman" panose="02020603050405020304" pitchFamily="18" charset="0"/>
              <a:cs typeface="Times New Roman" panose="02020603050405020304" pitchFamily="18" charset="0"/>
            </a:rPr>
            <a:t>Thêm </a:t>
          </a:r>
          <a:r>
            <a:rPr lang="en-US" sz="2100" b="0" kern="1200" dirty="0" smtClean="0">
              <a:latin typeface="Times New Roman" panose="02020603050405020304" pitchFamily="18" charset="0"/>
              <a:cs typeface="Times New Roman" panose="02020603050405020304" pitchFamily="18" charset="0"/>
            </a:rPr>
            <a:t>hợp đồng</a:t>
          </a:r>
          <a:endParaRPr lang="en-US" sz="2100" b="0" kern="1200" dirty="0">
            <a:latin typeface="Times New Roman" panose="02020603050405020304" pitchFamily="18" charset="0"/>
            <a:cs typeface="Times New Roman" panose="02020603050405020304" pitchFamily="18" charset="0"/>
          </a:endParaRPr>
        </a:p>
      </dsp:txBody>
      <dsp:txXfrm>
        <a:off x="5861980" y="1477635"/>
        <a:ext cx="1098791" cy="671086"/>
      </dsp:txXfrm>
    </dsp:sp>
    <dsp:sp modelId="{D55C7F14-135F-45F3-B24F-5E44A34D5CC5}">
      <dsp:nvSpPr>
        <dsp:cNvPr id="0" name=""/>
        <dsp:cNvSpPr/>
      </dsp:nvSpPr>
      <dsp:spPr>
        <a:xfrm>
          <a:off x="5698987" y="1278546"/>
          <a:ext cx="142115" cy="1425684"/>
        </a:xfrm>
        <a:custGeom>
          <a:avLst/>
          <a:gdLst/>
          <a:ahLst/>
          <a:cxnLst/>
          <a:rect l="0" t="0" r="0" b="0"/>
          <a:pathLst>
            <a:path>
              <a:moveTo>
                <a:pt x="0" y="0"/>
              </a:moveTo>
              <a:lnTo>
                <a:pt x="0" y="1425684"/>
              </a:lnTo>
              <a:lnTo>
                <a:pt x="142115" y="1425684"/>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B11415-8340-470E-BC41-85899D0E0017}">
      <dsp:nvSpPr>
        <dsp:cNvPr id="0" name=""/>
        <dsp:cNvSpPr/>
      </dsp:nvSpPr>
      <dsp:spPr>
        <a:xfrm>
          <a:off x="5841102" y="2347809"/>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lvl="0" algn="ctr" defTabSz="933450">
            <a:lnSpc>
              <a:spcPct val="90000"/>
            </a:lnSpc>
            <a:spcBef>
              <a:spcPct val="0"/>
            </a:spcBef>
            <a:spcAft>
              <a:spcPct val="35000"/>
            </a:spcAft>
          </a:pPr>
          <a:r>
            <a:rPr lang="en-US" sz="2100" kern="1200" dirty="0" smtClean="0">
              <a:latin typeface="Times New Roman" panose="02020603050405020304" pitchFamily="18" charset="0"/>
              <a:cs typeface="Times New Roman" panose="02020603050405020304" pitchFamily="18" charset="0"/>
            </a:rPr>
            <a:t>Sửa </a:t>
          </a:r>
          <a:r>
            <a:rPr lang="en-US" sz="2100" b="0" kern="1200" dirty="0" smtClean="0">
              <a:latin typeface="Times New Roman" panose="02020603050405020304" pitchFamily="18" charset="0"/>
              <a:cs typeface="Times New Roman" panose="02020603050405020304" pitchFamily="18" charset="0"/>
            </a:rPr>
            <a:t>hợp đồng</a:t>
          </a:r>
          <a:endParaRPr lang="en-US" sz="2100" b="0" kern="1200" dirty="0">
            <a:latin typeface="Times New Roman" panose="02020603050405020304" pitchFamily="18" charset="0"/>
            <a:cs typeface="Times New Roman" panose="02020603050405020304" pitchFamily="18" charset="0"/>
          </a:endParaRPr>
        </a:p>
      </dsp:txBody>
      <dsp:txXfrm>
        <a:off x="5861980" y="2368687"/>
        <a:ext cx="1098791" cy="671086"/>
      </dsp:txXfrm>
    </dsp:sp>
    <dsp:sp modelId="{A537C5E9-F517-46AC-B0ED-ABE4378EF615}">
      <dsp:nvSpPr>
        <dsp:cNvPr id="0" name=""/>
        <dsp:cNvSpPr/>
      </dsp:nvSpPr>
      <dsp:spPr>
        <a:xfrm>
          <a:off x="5698987" y="1278546"/>
          <a:ext cx="142115" cy="2316737"/>
        </a:xfrm>
        <a:custGeom>
          <a:avLst/>
          <a:gdLst/>
          <a:ahLst/>
          <a:cxnLst/>
          <a:rect l="0" t="0" r="0" b="0"/>
          <a:pathLst>
            <a:path>
              <a:moveTo>
                <a:pt x="0" y="0"/>
              </a:moveTo>
              <a:lnTo>
                <a:pt x="0" y="2316737"/>
              </a:lnTo>
              <a:lnTo>
                <a:pt x="142115" y="2316737"/>
              </a:lnTo>
            </a:path>
          </a:pathLst>
        </a:custGeom>
        <a:noFill/>
        <a:ln w="15875" cap="rnd" cmpd="sng" algn="ctr">
          <a:solidFill>
            <a:schemeClr val="accent6">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D0F36C0-B956-4876-9A44-615990DE7069}">
      <dsp:nvSpPr>
        <dsp:cNvPr id="0" name=""/>
        <dsp:cNvSpPr/>
      </dsp:nvSpPr>
      <dsp:spPr>
        <a:xfrm>
          <a:off x="5841102" y="3238862"/>
          <a:ext cx="1140547" cy="712842"/>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lvl="0" algn="ctr" defTabSz="933450">
            <a:lnSpc>
              <a:spcPct val="90000"/>
            </a:lnSpc>
            <a:spcBef>
              <a:spcPct val="0"/>
            </a:spcBef>
            <a:spcAft>
              <a:spcPct val="35000"/>
            </a:spcAft>
          </a:pPr>
          <a:r>
            <a:rPr lang="en-US" sz="2100" kern="1200" dirty="0" smtClean="0">
              <a:latin typeface="Times New Roman" panose="02020603050405020304" pitchFamily="18" charset="0"/>
              <a:cs typeface="Times New Roman" panose="02020603050405020304" pitchFamily="18" charset="0"/>
            </a:rPr>
            <a:t>Xóa </a:t>
          </a:r>
          <a:r>
            <a:rPr lang="en-US" sz="2100" b="0" kern="1200" dirty="0" smtClean="0">
              <a:latin typeface="Times New Roman" panose="02020603050405020304" pitchFamily="18" charset="0"/>
              <a:cs typeface="Times New Roman" panose="02020603050405020304" pitchFamily="18" charset="0"/>
            </a:rPr>
            <a:t>hợp đồng</a:t>
          </a:r>
          <a:endParaRPr lang="en-US" sz="2100" b="0" kern="1200" dirty="0">
            <a:latin typeface="Times New Roman" panose="02020603050405020304" pitchFamily="18" charset="0"/>
            <a:cs typeface="Times New Roman" panose="02020603050405020304" pitchFamily="18" charset="0"/>
          </a:endParaRPr>
        </a:p>
      </dsp:txBody>
      <dsp:txXfrm>
        <a:off x="5861980" y="3259740"/>
        <a:ext cx="1098791" cy="6710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DC4416-2DC9-490E-8108-62C073C33534}">
      <dsp:nvSpPr>
        <dsp:cNvPr id="0" name=""/>
        <dsp:cNvSpPr/>
      </dsp:nvSpPr>
      <dsp:spPr>
        <a:xfrm>
          <a:off x="0" y="435741"/>
          <a:ext cx="9434014" cy="639966"/>
        </a:xfrm>
        <a:prstGeom prst="roundRect">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l" defTabSz="1333500">
            <a:lnSpc>
              <a:spcPct val="90000"/>
            </a:lnSpc>
            <a:spcBef>
              <a:spcPct val="0"/>
            </a:spcBef>
            <a:spcAft>
              <a:spcPct val="35000"/>
            </a:spcAft>
          </a:pPr>
          <a:r>
            <a:rPr lang="en-US" sz="3000" b="1" kern="1200" smtClean="0">
              <a:latin typeface="Times New Roman" panose="02020603050405020304" pitchFamily="18" charset="0"/>
              <a:cs typeface="Times New Roman" panose="02020603050405020304" pitchFamily="18" charset="0"/>
            </a:rPr>
            <a:t>Quá trình làm phần mềm</a:t>
          </a:r>
          <a:endParaRPr lang="en-US" sz="3000" kern="1200">
            <a:latin typeface="Times New Roman" panose="02020603050405020304" pitchFamily="18" charset="0"/>
            <a:cs typeface="Times New Roman" panose="02020603050405020304" pitchFamily="18" charset="0"/>
          </a:endParaRPr>
        </a:p>
      </dsp:txBody>
      <dsp:txXfrm>
        <a:off x="31241" y="466982"/>
        <a:ext cx="9371532" cy="577484"/>
      </dsp:txXfrm>
    </dsp:sp>
    <dsp:sp modelId="{7AA07C6B-A51B-403D-A9A5-CAB4D6257321}">
      <dsp:nvSpPr>
        <dsp:cNvPr id="0" name=""/>
        <dsp:cNvSpPr/>
      </dsp:nvSpPr>
      <dsp:spPr>
        <a:xfrm>
          <a:off x="0" y="1400716"/>
          <a:ext cx="9434014" cy="29563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953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1" kern="1200" smtClean="0">
              <a:solidFill>
                <a:srgbClr val="FF0000"/>
              </a:solidFill>
              <a:latin typeface="Times New Roman" panose="02020603050405020304" pitchFamily="18" charset="0"/>
              <a:cs typeface="Times New Roman" panose="02020603050405020304" pitchFamily="18" charset="0"/>
            </a:rPr>
            <a:t>Ưu điểm:</a:t>
          </a:r>
          <a:endParaRPr lang="en-US" sz="1800" kern="1200">
            <a:solidFill>
              <a:srgbClr val="FF0000"/>
            </a:solidFill>
            <a:latin typeface="Times New Roman" panose="02020603050405020304" pitchFamily="18" charset="0"/>
            <a:cs typeface="Times New Roman" panose="02020603050405020304" pitchFamily="18" charset="0"/>
          </a:endParaRPr>
        </a:p>
        <a:p>
          <a:pPr marL="342900" lvl="2" indent="-171450" algn="l" defTabSz="800100">
            <a:lnSpc>
              <a:spcPct val="90000"/>
            </a:lnSpc>
            <a:spcBef>
              <a:spcPct val="0"/>
            </a:spcBef>
            <a:spcAft>
              <a:spcPct val="20000"/>
            </a:spcAft>
            <a:buChar char="••"/>
          </a:pPr>
          <a:r>
            <a:rPr lang="en-US" sz="1800" kern="1200" smtClean="0">
              <a:latin typeface="Times New Roman" panose="02020603050405020304" pitchFamily="18" charset="0"/>
              <a:cs typeface="Times New Roman" panose="02020603050405020304" pitchFamily="18" charset="0"/>
            </a:rPr>
            <a:t>Có đầy đủ nhưng chức năng cơ bản của một phần mềm quản lý nhân sự. </a:t>
          </a:r>
          <a:endParaRPr lang="en-US" sz="1800" kern="1200">
            <a:latin typeface="Times New Roman" panose="02020603050405020304" pitchFamily="18" charset="0"/>
            <a:cs typeface="Times New Roman" panose="02020603050405020304" pitchFamily="18" charset="0"/>
          </a:endParaRPr>
        </a:p>
        <a:p>
          <a:pPr marL="342900" lvl="2" indent="-171450" algn="l" defTabSz="800100">
            <a:lnSpc>
              <a:spcPct val="90000"/>
            </a:lnSpc>
            <a:spcBef>
              <a:spcPct val="0"/>
            </a:spcBef>
            <a:spcAft>
              <a:spcPct val="20000"/>
            </a:spcAft>
            <a:buChar char="••"/>
          </a:pPr>
          <a:r>
            <a:rPr lang="en-US" sz="1800" kern="1200" smtClean="0">
              <a:latin typeface="Times New Roman" panose="02020603050405020304" pitchFamily="18" charset="0"/>
              <a:cs typeface="Times New Roman" panose="02020603050405020304" pitchFamily="18" charset="0"/>
            </a:rPr>
            <a:t>Giao diện đơn giản, trực quan, dễ thao tác với người dùng lần đâu. </a:t>
          </a:r>
          <a:endParaRPr lang="en-US" sz="1800" kern="1200">
            <a:latin typeface="Times New Roman" panose="02020603050405020304" pitchFamily="18" charset="0"/>
            <a:cs typeface="Times New Roman" panose="02020603050405020304" pitchFamily="18" charset="0"/>
          </a:endParaRPr>
        </a:p>
        <a:p>
          <a:pPr marL="342900" lvl="2" indent="-171450" algn="l" defTabSz="800100">
            <a:lnSpc>
              <a:spcPct val="90000"/>
            </a:lnSpc>
            <a:spcBef>
              <a:spcPct val="0"/>
            </a:spcBef>
            <a:spcAft>
              <a:spcPct val="20000"/>
            </a:spcAft>
            <a:buChar char="••"/>
          </a:pPr>
          <a:r>
            <a:rPr lang="en-US" sz="1800" kern="1200" smtClean="0">
              <a:latin typeface="Times New Roman" panose="02020603050405020304" pitchFamily="18" charset="0"/>
              <a:cs typeface="Times New Roman" panose="02020603050405020304" pitchFamily="18" charset="0"/>
            </a:rPr>
            <a:t>Viết trên ngôn ngữ C# tương đối phổ biến nên dễ chỉnh sửa về sau.</a:t>
          </a:r>
          <a:endParaRPr lang="en-US" sz="1800" kern="1200">
            <a:latin typeface="Times New Roman" panose="02020603050405020304" pitchFamily="18" charset="0"/>
            <a:cs typeface="Times New Roman" panose="02020603050405020304" pitchFamily="18" charset="0"/>
          </a:endParaRPr>
        </a:p>
        <a:p>
          <a:pPr marL="171450" lvl="1" indent="-171450" algn="l" defTabSz="800100">
            <a:lnSpc>
              <a:spcPct val="90000"/>
            </a:lnSpc>
            <a:spcBef>
              <a:spcPct val="0"/>
            </a:spcBef>
            <a:spcAft>
              <a:spcPct val="20000"/>
            </a:spcAft>
            <a:buChar char="••"/>
          </a:pPr>
          <a:r>
            <a:rPr lang="en-US" sz="1800" b="1" kern="1200" smtClean="0">
              <a:solidFill>
                <a:srgbClr val="FF0000"/>
              </a:solidFill>
              <a:latin typeface="Times New Roman" panose="02020603050405020304" pitchFamily="18" charset="0"/>
              <a:cs typeface="Times New Roman" panose="02020603050405020304" pitchFamily="18" charset="0"/>
            </a:rPr>
            <a:t>Nhược điểm:</a:t>
          </a:r>
          <a:endParaRPr lang="en-US" sz="1800" kern="1200">
            <a:solidFill>
              <a:srgbClr val="FF0000"/>
            </a:solidFill>
            <a:latin typeface="Times New Roman" panose="02020603050405020304" pitchFamily="18" charset="0"/>
            <a:cs typeface="Times New Roman" panose="02020603050405020304" pitchFamily="18" charset="0"/>
          </a:endParaRPr>
        </a:p>
        <a:p>
          <a:pPr marL="342900" lvl="2" indent="-171450" algn="l" defTabSz="800100">
            <a:lnSpc>
              <a:spcPct val="90000"/>
            </a:lnSpc>
            <a:spcBef>
              <a:spcPct val="0"/>
            </a:spcBef>
            <a:spcAft>
              <a:spcPct val="20000"/>
            </a:spcAft>
            <a:buChar char="••"/>
          </a:pPr>
          <a:r>
            <a:rPr lang="en-US" sz="1800" kern="1200" smtClean="0">
              <a:latin typeface="Times New Roman" panose="02020603050405020304" pitchFamily="18" charset="0"/>
              <a:cs typeface="Times New Roman" panose="02020603050405020304" pitchFamily="18" charset="0"/>
            </a:rPr>
            <a:t>Chưa khắc phục được hoàn toàn lỗi khi sử dụng phần mềm. </a:t>
          </a:r>
          <a:endParaRPr lang="en-US" sz="1800" kern="1200">
            <a:latin typeface="Times New Roman" panose="02020603050405020304" pitchFamily="18" charset="0"/>
            <a:cs typeface="Times New Roman" panose="02020603050405020304" pitchFamily="18" charset="0"/>
          </a:endParaRPr>
        </a:p>
        <a:p>
          <a:pPr marL="342900" lvl="2" indent="-171450" algn="l" defTabSz="800100">
            <a:lnSpc>
              <a:spcPct val="90000"/>
            </a:lnSpc>
            <a:spcBef>
              <a:spcPct val="0"/>
            </a:spcBef>
            <a:spcAft>
              <a:spcPct val="20000"/>
            </a:spcAft>
            <a:buChar char="••"/>
          </a:pPr>
          <a:r>
            <a:rPr lang="en-US" sz="1800" kern="1200" smtClean="0">
              <a:latin typeface="Times New Roman" panose="02020603050405020304" pitchFamily="18" charset="0"/>
              <a:cs typeface="Times New Roman" panose="02020603050405020304" pitchFamily="18" charset="0"/>
            </a:rPr>
            <a:t>Chức năng trong phần mềm còn tương đối ít. </a:t>
          </a:r>
          <a:endParaRPr lang="en-US" sz="1800" kern="1200">
            <a:latin typeface="Times New Roman" panose="02020603050405020304" pitchFamily="18" charset="0"/>
            <a:cs typeface="Times New Roman" panose="02020603050405020304" pitchFamily="18" charset="0"/>
          </a:endParaRPr>
        </a:p>
        <a:p>
          <a:pPr marL="342900" lvl="2" indent="-171450" algn="l" defTabSz="800100">
            <a:lnSpc>
              <a:spcPct val="90000"/>
            </a:lnSpc>
            <a:spcBef>
              <a:spcPct val="0"/>
            </a:spcBef>
            <a:spcAft>
              <a:spcPct val="20000"/>
            </a:spcAft>
            <a:buChar char="••"/>
          </a:pPr>
          <a:r>
            <a:rPr lang="en-US" sz="1800" kern="1200" smtClean="0">
              <a:latin typeface="Times New Roman" panose="02020603050405020304" pitchFamily="18" charset="0"/>
              <a:cs typeface="Times New Roman" panose="02020603050405020304" pitchFamily="18" charset="0"/>
            </a:rPr>
            <a:t>Giao diện, cách sắp xếp dữ liệu chưa chuyên nghiệp. </a:t>
          </a:r>
          <a:endParaRPr lang="en-US" sz="1800" kern="1200">
            <a:latin typeface="Times New Roman" panose="02020603050405020304" pitchFamily="18" charset="0"/>
            <a:cs typeface="Times New Roman" panose="02020603050405020304" pitchFamily="18" charset="0"/>
          </a:endParaRPr>
        </a:p>
        <a:p>
          <a:pPr marL="342900" lvl="2" indent="-171450" algn="l" defTabSz="800100">
            <a:lnSpc>
              <a:spcPct val="90000"/>
            </a:lnSpc>
            <a:spcBef>
              <a:spcPct val="0"/>
            </a:spcBef>
            <a:spcAft>
              <a:spcPct val="20000"/>
            </a:spcAft>
            <a:buChar char="••"/>
          </a:pPr>
          <a:r>
            <a:rPr lang="en-US" sz="1800" kern="1200" smtClean="0">
              <a:latin typeface="Times New Roman" panose="02020603050405020304" pitchFamily="18" charset="0"/>
              <a:cs typeface="Times New Roman" panose="02020603050405020304" pitchFamily="18" charset="0"/>
            </a:rPr>
            <a:t>Chưa có sao lưu và phục hồi dữ liệu…</a:t>
          </a:r>
          <a:endParaRPr lang="en-US" sz="1800" kern="1200">
            <a:latin typeface="Times New Roman" panose="02020603050405020304" pitchFamily="18" charset="0"/>
            <a:cs typeface="Times New Roman" panose="02020603050405020304" pitchFamily="18" charset="0"/>
          </a:endParaRPr>
        </a:p>
      </dsp:txBody>
      <dsp:txXfrm>
        <a:off x="0" y="1400716"/>
        <a:ext cx="9434014" cy="295634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B11B05D-9F48-4A91-BFA4-D35D752EF7D8}" type="datetimeFigureOut">
              <a:rPr lang="en-US" smtClean="0"/>
              <a:t>11/16/2019</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2137148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11B05D-9F48-4A91-BFA4-D35D752EF7D8}" type="datetimeFigureOut">
              <a:rPr lang="en-US" smtClean="0"/>
              <a:t>11/16/2019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697599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11B05D-9F48-4A91-BFA4-D35D752EF7D8}" type="datetimeFigureOut">
              <a:rPr lang="en-US" smtClean="0"/>
              <a:t>11/16/2019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2803950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B11B05D-9F48-4A91-BFA4-D35D752EF7D8}" type="datetimeFigureOut">
              <a:rPr lang="en-US" smtClean="0"/>
              <a:t>11/16/2019</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2299565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11B05D-9F48-4A91-BFA4-D35D752EF7D8}" type="datetimeFigureOut">
              <a:rPr lang="en-US" smtClean="0"/>
              <a:t>11/16/2019</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4235971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B11B05D-9F48-4A91-BFA4-D35D752EF7D8}" type="datetimeFigureOut">
              <a:rPr lang="en-US" smtClean="0"/>
              <a:t>11/16/2019</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11626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11B05D-9F48-4A91-BFA4-D35D752EF7D8}" type="datetimeFigureOut">
              <a:rPr lang="en-US" smtClean="0"/>
              <a:t>11/16/2019</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1171653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11B05D-9F48-4A91-BFA4-D35D752EF7D8}" type="datetimeFigureOut">
              <a:rPr lang="en-US" smtClean="0"/>
              <a:t>11/16/2019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2163696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11B05D-9F48-4A91-BFA4-D35D752EF7D8}" type="datetimeFigureOut">
              <a:rPr lang="en-US" smtClean="0"/>
              <a:t>11/16/2019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80341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11B05D-9F48-4A91-BFA4-D35D752EF7D8}" type="datetimeFigureOut">
              <a:rPr lang="en-US" smtClean="0"/>
              <a:t>11/16/2019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2088813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11B05D-9F48-4A91-BFA4-D35D752EF7D8}" type="datetimeFigureOut">
              <a:rPr lang="en-US" smtClean="0"/>
              <a:t>11/16/2019</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2E6D11B-4E31-403B-9D04-D3B57ACFF4E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340002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B11B05D-9F48-4A91-BFA4-D35D752EF7D8}" type="datetimeFigureOut">
              <a:rPr lang="en-US" smtClean="0"/>
              <a:t>11/16/2019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767833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B11B05D-9F48-4A91-BFA4-D35D752EF7D8}" type="datetimeFigureOut">
              <a:rPr lang="en-US" smtClean="0"/>
              <a:t>11/16/2019</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2E6D11B-4E31-403B-9D04-D3B57ACFF4E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5614311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B11B05D-9F48-4A91-BFA4-D35D752EF7D8}" type="datetimeFigureOut">
              <a:rPr lang="en-US" smtClean="0"/>
              <a:t>11/16/2019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3244972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11B05D-9F48-4A91-BFA4-D35D752EF7D8}" type="datetimeFigureOut">
              <a:rPr lang="en-US" smtClean="0"/>
              <a:t>11/16/2019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31814756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11B05D-9F48-4A91-BFA4-D35D752EF7D8}" type="datetimeFigureOut">
              <a:rPr lang="en-US" smtClean="0"/>
              <a:t>11/16/2019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2E6D11B-4E31-403B-9D04-D3B57ACFF4EB}" type="slidenum">
              <a:rPr lang="en-US" smtClean="0"/>
              <a:t>‹#›</a:t>
            </a:fld>
            <a:endParaRPr lang="en-US"/>
          </a:p>
        </p:txBody>
      </p:sp>
    </p:spTree>
    <p:extLst>
      <p:ext uri="{BB962C8B-B14F-4D97-AF65-F5344CB8AC3E}">
        <p14:creationId xmlns:p14="http://schemas.microsoft.com/office/powerpoint/2010/main" val="1623027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B11B05D-9F48-4A91-BFA4-D35D752EF7D8}" type="datetimeFigureOut">
              <a:rPr lang="en-US" smtClean="0"/>
              <a:t>11/16/2019</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2E6D11B-4E31-403B-9D04-D3B57ACFF4EB}" type="slidenum">
              <a:rPr lang="en-US" smtClean="0"/>
              <a:t>‹#›</a:t>
            </a:fld>
            <a:endParaRPr lang="en-US"/>
          </a:p>
        </p:txBody>
      </p:sp>
    </p:spTree>
    <p:extLst>
      <p:ext uri="{BB962C8B-B14F-4D97-AF65-F5344CB8AC3E}">
        <p14:creationId xmlns:p14="http://schemas.microsoft.com/office/powerpoint/2010/main" val="20878327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142186" y="259307"/>
            <a:ext cx="9144000" cy="1594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lnSpc>
                <a:spcPct val="90000"/>
              </a:lnSpc>
              <a:spcBef>
                <a:spcPts val="1200"/>
              </a:spcBef>
              <a:spcAft>
                <a:spcPts val="200"/>
              </a:spcAft>
              <a:buClr>
                <a:schemeClr val="accent1"/>
              </a:buClr>
              <a:buSzPct val="100000"/>
              <a:buFont typeface="Calibri" panose="020F0502020204030204" pitchFamily="34" charset="0"/>
              <a:buChar char=" "/>
              <a:defRPr sz="2000">
                <a:solidFill>
                  <a:srgbClr val="404040"/>
                </a:solidFill>
                <a:latin typeface="Calibri" panose="020F0502020204030204" pitchFamily="34" charset="0"/>
              </a:defRPr>
            </a:lvl1pPr>
            <a:lvl2pPr marL="742950" indent="-285750" defTabSz="457200">
              <a:lnSpc>
                <a:spcPct val="90000"/>
              </a:lnSpc>
              <a:spcBef>
                <a:spcPts val="200"/>
              </a:spcBef>
              <a:spcAft>
                <a:spcPts val="400"/>
              </a:spcAft>
              <a:buClr>
                <a:schemeClr val="accent1"/>
              </a:buClr>
              <a:buFont typeface="Calibri" panose="020F0502020204030204" pitchFamily="34" charset="0"/>
              <a:buChar char="◦"/>
              <a:defRPr>
                <a:solidFill>
                  <a:srgbClr val="404040"/>
                </a:solidFill>
                <a:latin typeface="Calibri" panose="020F0502020204030204" pitchFamily="34" charset="0"/>
              </a:defRPr>
            </a:lvl2pPr>
            <a:lvl3pPr marL="1143000" indent="-228600" defTabSz="4572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3pPr>
            <a:lvl4pPr marL="1600200" indent="-228600" defTabSz="4572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4pPr>
            <a:lvl5pPr marL="2057400" indent="-228600" defTabSz="45720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5pPr>
            <a:lvl6pPr marL="25146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6pPr>
            <a:lvl7pPr marL="29718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7pPr>
            <a:lvl8pPr marL="34290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8pPr>
            <a:lvl9pPr marL="3886200" indent="-228600" defTabSz="457200" eaLnBrk="0" fontAlgn="base" hangingPunct="0">
              <a:lnSpc>
                <a:spcPct val="90000"/>
              </a:lnSpc>
              <a:spcBef>
                <a:spcPts val="200"/>
              </a:spcBef>
              <a:spcAft>
                <a:spcPts val="400"/>
              </a:spcAft>
              <a:buClr>
                <a:schemeClr val="accent1"/>
              </a:buClr>
              <a:buFont typeface="Calibri" panose="020F0502020204030204" pitchFamily="34" charset="0"/>
              <a:buChar char="◦"/>
              <a:defRPr sz="1400">
                <a:solidFill>
                  <a:srgbClr val="404040"/>
                </a:solidFill>
                <a:latin typeface="Calibri" panose="020F0502020204030204" pitchFamily="34" charset="0"/>
              </a:defRPr>
            </a:lvl9pPr>
          </a:lstStyle>
          <a:p>
            <a:pPr algn="ctr" eaLnBrk="1" hangingPunct="1">
              <a:lnSpc>
                <a:spcPct val="100000"/>
              </a:lnSpc>
              <a:spcBef>
                <a:spcPct val="0"/>
              </a:spcBef>
              <a:spcAft>
                <a:spcPct val="0"/>
              </a:spcAft>
              <a:buClrTx/>
              <a:buSzTx/>
              <a:buFontTx/>
              <a:buNone/>
            </a:pPr>
            <a:r>
              <a:rPr lang="en-US" altLang="en-US" sz="3200" dirty="0">
                <a:solidFill>
                  <a:srgbClr val="262626"/>
                </a:solidFill>
                <a:latin typeface="Times New Roman" panose="02020603050405020304" pitchFamily="18" charset="0"/>
                <a:cs typeface="Times New Roman" panose="02020603050405020304" pitchFamily="18" charset="0"/>
              </a:rPr>
              <a:t>TRƯỜNG </a:t>
            </a:r>
            <a:r>
              <a:rPr lang="en-US" altLang="en-US" sz="3200" dirty="0" smtClean="0">
                <a:solidFill>
                  <a:srgbClr val="262626"/>
                </a:solidFill>
                <a:latin typeface="Times New Roman" panose="02020603050405020304" pitchFamily="18" charset="0"/>
                <a:cs typeface="Times New Roman" panose="02020603050405020304" pitchFamily="18" charset="0"/>
              </a:rPr>
              <a:t>SƯ PHẠM KỸ THUẬT</a:t>
            </a:r>
            <a:r>
              <a:rPr lang="en-US" altLang="en-US" sz="3200" dirty="0">
                <a:solidFill>
                  <a:srgbClr val="262626"/>
                </a:solidFill>
                <a:latin typeface="Times New Roman" panose="02020603050405020304" pitchFamily="18" charset="0"/>
                <a:cs typeface="Times New Roman" panose="02020603050405020304" pitchFamily="18" charset="0"/>
              </a:rPr>
              <a:t/>
            </a:r>
            <a:br>
              <a:rPr lang="en-US" altLang="en-US" sz="3200" dirty="0">
                <a:solidFill>
                  <a:srgbClr val="262626"/>
                </a:solidFill>
                <a:latin typeface="Times New Roman" panose="02020603050405020304" pitchFamily="18" charset="0"/>
                <a:cs typeface="Times New Roman" panose="02020603050405020304" pitchFamily="18" charset="0"/>
              </a:rPr>
            </a:br>
            <a:r>
              <a:rPr lang="en-US" altLang="en-US" sz="3200" dirty="0">
                <a:solidFill>
                  <a:srgbClr val="262626"/>
                </a:solidFill>
                <a:latin typeface="Times New Roman" panose="02020603050405020304" pitchFamily="18" charset="0"/>
                <a:cs typeface="Times New Roman" panose="02020603050405020304" pitchFamily="18" charset="0"/>
              </a:rPr>
              <a:t>KHOA </a:t>
            </a:r>
            <a:r>
              <a:rPr lang="en-US" altLang="en-US" sz="3200" dirty="0" smtClean="0">
                <a:solidFill>
                  <a:srgbClr val="262626"/>
                </a:solidFill>
                <a:latin typeface="Times New Roman" panose="02020603050405020304" pitchFamily="18" charset="0"/>
                <a:cs typeface="Times New Roman" panose="02020603050405020304" pitchFamily="18" charset="0"/>
              </a:rPr>
              <a:t>CÔNG NGHỆ THÔNG TIN</a:t>
            </a:r>
            <a:r>
              <a:rPr lang="en-US" altLang="en-US" sz="3200" dirty="0">
                <a:solidFill>
                  <a:srgbClr val="262626"/>
                </a:solidFill>
                <a:latin typeface="Times New Roman" panose="02020603050405020304" pitchFamily="18" charset="0"/>
                <a:cs typeface="Times New Roman" panose="02020603050405020304" pitchFamily="18" charset="0"/>
              </a:rPr>
              <a:t/>
            </a:r>
            <a:br>
              <a:rPr lang="en-US" altLang="en-US" sz="3200" dirty="0">
                <a:solidFill>
                  <a:srgbClr val="262626"/>
                </a:solidFill>
                <a:latin typeface="Times New Roman" panose="02020603050405020304" pitchFamily="18" charset="0"/>
                <a:cs typeface="Times New Roman" panose="02020603050405020304" pitchFamily="18" charset="0"/>
              </a:rPr>
            </a:br>
            <a:r>
              <a:rPr lang="el-GR" altLang="en-US" sz="3200" dirty="0">
                <a:solidFill>
                  <a:srgbClr val="262626"/>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en-US" sz="3200" dirty="0">
              <a:solidFill>
                <a:srgbClr val="262626"/>
              </a:solidFill>
              <a:latin typeface="Times New Roman" panose="02020603050405020304" pitchFamily="18" charset="0"/>
              <a:cs typeface="Times New Roman" panose="02020603050405020304" pitchFamily="18" charset="0"/>
            </a:endParaRPr>
          </a:p>
        </p:txBody>
      </p:sp>
      <p:sp>
        <p:nvSpPr>
          <p:cNvPr id="5" name="Subtitle 2"/>
          <p:cNvSpPr txBox="1">
            <a:spLocks/>
          </p:cNvSpPr>
          <p:nvPr/>
        </p:nvSpPr>
        <p:spPr>
          <a:xfrm>
            <a:off x="2142186" y="1866900"/>
            <a:ext cx="9144000" cy="4991100"/>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fontAlgn="auto">
              <a:buFont typeface="Wingdings 3" charset="2"/>
              <a:buNone/>
              <a:defRPr/>
            </a:pPr>
            <a:r>
              <a:rPr lang="en-US" sz="4400" b="1" dirty="0" smtClean="0">
                <a:latin typeface="Times New Roman" panose="02020603050405020304" pitchFamily="18" charset="0"/>
                <a:cs typeface="Times New Roman" panose="02020603050405020304" pitchFamily="18" charset="0"/>
              </a:rPr>
              <a:t>BÁO CÁO </a:t>
            </a:r>
            <a:r>
              <a:rPr lang="en-US" sz="4400" b="1" dirty="0" smtClean="0">
                <a:latin typeface="Times New Roman" panose="02020603050405020304" pitchFamily="18" charset="0"/>
                <a:cs typeface="Times New Roman" panose="02020603050405020304" pitchFamily="18" charset="0"/>
              </a:rPr>
              <a:t>ĐỒ ÁN CUỐI KÌ</a:t>
            </a:r>
            <a:endParaRPr lang="en-US" sz="4400" b="1" dirty="0" smtClean="0">
              <a:latin typeface="Times New Roman" panose="02020603050405020304" pitchFamily="18" charset="0"/>
              <a:cs typeface="Times New Roman" panose="02020603050405020304" pitchFamily="18" charset="0"/>
            </a:endParaRPr>
          </a:p>
          <a:p>
            <a:pPr marL="0" indent="0" algn="ctr" fontAlgn="auto">
              <a:buFont typeface="Wingdings 3" charset="2"/>
              <a:buNone/>
              <a:defRPr/>
            </a:pPr>
            <a:endParaRPr lang="en-US" b="1" dirty="0">
              <a:solidFill>
                <a:schemeClr val="tx1"/>
              </a:solidFill>
              <a:latin typeface="Times New Roman" panose="02020603050405020304" pitchFamily="18" charset="0"/>
              <a:cs typeface="Times New Roman" panose="02020603050405020304" pitchFamily="18" charset="0"/>
            </a:endParaRPr>
          </a:p>
          <a:p>
            <a:pPr marL="0" indent="0" fontAlgn="auto">
              <a:buFont typeface="Wingdings 3" charset="2"/>
              <a:buNone/>
              <a:defRPr/>
            </a:pPr>
            <a:endParaRPr lang="en-US" sz="2400" b="1" dirty="0" smtClean="0">
              <a:solidFill>
                <a:schemeClr val="tx1"/>
              </a:solidFill>
              <a:latin typeface="Times New Roman" panose="02020603050405020304" pitchFamily="18" charset="0"/>
              <a:cs typeface="Times New Roman" panose="02020603050405020304" pitchFamily="18" charset="0"/>
            </a:endParaRPr>
          </a:p>
          <a:p>
            <a:pPr marL="0" indent="0" algn="ctr" fontAlgn="auto">
              <a:buFont typeface="Wingdings 3" charset="2"/>
              <a:buNone/>
              <a:defRPr/>
            </a:pPr>
            <a:endParaRPr lang="en-US" sz="2400" b="1" dirty="0">
              <a:solidFill>
                <a:schemeClr val="tx1"/>
              </a:solidFill>
              <a:latin typeface="Times New Roman" panose="02020603050405020304" pitchFamily="18" charset="0"/>
              <a:cs typeface="Times New Roman" panose="02020603050405020304" pitchFamily="18" charset="0"/>
            </a:endParaRPr>
          </a:p>
          <a:p>
            <a:pPr marL="0" indent="0" algn="ctr" fontAlgn="auto">
              <a:buNone/>
              <a:defRPr/>
            </a:pPr>
            <a:endParaRPr lang="en-US" dirty="0" smtClean="0">
              <a:latin typeface="Times New Roman" panose="02020603050405020304" pitchFamily="18" charset="0"/>
              <a:cs typeface="Times New Roman" panose="02020603050405020304" pitchFamily="18" charset="0"/>
            </a:endParaRPr>
          </a:p>
          <a:p>
            <a:pPr algn="ctr" fontAlgn="auto">
              <a:defRPr/>
            </a:pPr>
            <a:endParaRPr lang="en-US" dirty="0">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441665885"/>
              </p:ext>
            </p:extLst>
          </p:nvPr>
        </p:nvGraphicFramePr>
        <p:xfrm>
          <a:off x="3306651" y="2975213"/>
          <a:ext cx="7473420" cy="3308122"/>
        </p:xfrm>
        <a:graphic>
          <a:graphicData uri="http://schemas.openxmlformats.org/drawingml/2006/table">
            <a:tbl>
              <a:tblPr firstRow="1" bandRow="1">
                <a:tableStyleId>{2D5ABB26-0587-4C30-8999-92F81FD0307C}</a:tableStyleId>
              </a:tblPr>
              <a:tblGrid>
                <a:gridCol w="4844251"/>
                <a:gridCol w="2629169"/>
              </a:tblGrid>
              <a:tr h="1169921">
                <a:tc>
                  <a:txBody>
                    <a:bodyPr/>
                    <a:lstStyle/>
                    <a:p>
                      <a:pPr marL="0" marR="0" lvl="8" indent="0" algn="l" defTabSz="457200" rtl="0" eaLnBrk="1" fontAlgn="auto" latinLnBrk="0" hangingPunct="1">
                        <a:lnSpc>
                          <a:spcPct val="100000"/>
                        </a:lnSpc>
                        <a:spcBef>
                          <a:spcPts val="0"/>
                        </a:spcBef>
                        <a:spcAft>
                          <a:spcPts val="0"/>
                        </a:spcAft>
                        <a:buClrTx/>
                        <a:buSzTx/>
                        <a:buFontTx/>
                        <a:buNone/>
                        <a:tabLst/>
                        <a:defRPr/>
                      </a:pPr>
                      <a:r>
                        <a:rPr lang="en-US" sz="20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GVHD</a:t>
                      </a:r>
                      <a:r>
                        <a:rPr lang="en-US" sz="2000" dirty="0" smtClean="0">
                          <a:latin typeface="Times New Roman" panose="02020603050405020304" pitchFamily="18" charset="0"/>
                          <a:cs typeface="Times New Roman" panose="02020603050405020304" pitchFamily="18" charset="0"/>
                        </a:rPr>
                        <a:t>: </a:t>
                      </a:r>
                      <a:r>
                        <a:rPr lang="en-US" sz="2000" b="1" dirty="0" smtClean="0">
                          <a:solidFill>
                            <a:srgbClr val="000000"/>
                          </a:solidFill>
                          <a:latin typeface="Times New Roman" panose="02020603050405020304" pitchFamily="18" charset="0"/>
                          <a:cs typeface="Times New Roman" panose="02020603050405020304" pitchFamily="18" charset="0"/>
                        </a:rPr>
                        <a:t>NGUYỄN</a:t>
                      </a:r>
                      <a:r>
                        <a:rPr lang="en-US" sz="2000" b="1" baseline="0" dirty="0" smtClean="0">
                          <a:solidFill>
                            <a:srgbClr val="000000"/>
                          </a:solidFill>
                          <a:latin typeface="Times New Roman" panose="02020603050405020304" pitchFamily="18" charset="0"/>
                          <a:cs typeface="Times New Roman" panose="02020603050405020304" pitchFamily="18" charset="0"/>
                        </a:rPr>
                        <a:t> THÀNH SƠN</a:t>
                      </a:r>
                      <a:endParaRPr lang="en-US" sz="2000" dirty="0" smtClean="0">
                        <a:latin typeface="Times New Roman" panose="02020603050405020304" pitchFamily="18" charset="0"/>
                        <a:cs typeface="Times New Roman" panose="02020603050405020304" pitchFamily="18" charset="0"/>
                      </a:endParaRPr>
                    </a:p>
                  </a:txBody>
                  <a:tcPr/>
                </a:tc>
                <a:tc>
                  <a:txBody>
                    <a:bodyPr/>
                    <a:lstStyle/>
                    <a:p>
                      <a:pPr marL="0" marR="0" lvl="8" indent="0" algn="l" defTabSz="457200" rtl="0" eaLnBrk="1" fontAlgn="auto" latinLnBrk="0" hangingPunct="1">
                        <a:lnSpc>
                          <a:spcPct val="100000"/>
                        </a:lnSpc>
                        <a:spcBef>
                          <a:spcPts val="0"/>
                        </a:spcBef>
                        <a:spcAft>
                          <a:spcPts val="0"/>
                        </a:spcAft>
                        <a:buClrTx/>
                        <a:buSzTx/>
                        <a:buFontTx/>
                        <a:buNone/>
                        <a:tabLst/>
                        <a:defRPr/>
                      </a:pPr>
                      <a:endParaRPr lang="en-US" sz="2000" dirty="0" smtClean="0">
                        <a:latin typeface="Times New Roman" panose="02020603050405020304" pitchFamily="18" charset="0"/>
                        <a:cs typeface="Times New Roman" panose="02020603050405020304" pitchFamily="18" charset="0"/>
                      </a:endParaRPr>
                    </a:p>
                  </a:txBody>
                  <a:tcPr/>
                </a:tc>
              </a:tr>
              <a:tr h="2138201">
                <a:tc>
                  <a:txBody>
                    <a:bodyPr/>
                    <a:lstStyle/>
                    <a:p>
                      <a:pPr marL="0" marR="0" lvl="8" indent="0" algn="l" defTabSz="457200" rtl="0" eaLnBrk="1" fontAlgn="auto" latinLnBrk="0" hangingPunct="1">
                        <a:lnSpc>
                          <a:spcPct val="100000"/>
                        </a:lnSpc>
                        <a:spcBef>
                          <a:spcPts val="0"/>
                        </a:spcBef>
                        <a:spcAft>
                          <a:spcPts val="0"/>
                        </a:spcAft>
                        <a:buClrTx/>
                        <a:buSzTx/>
                        <a:buFontTx/>
                        <a:buNone/>
                        <a:tabLst/>
                        <a:defRPr/>
                      </a:pPr>
                      <a:r>
                        <a:rPr lang="en-US" sz="20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SINH VIÊN</a:t>
                      </a:r>
                      <a:r>
                        <a:rPr lang="en-US" sz="2000" dirty="0" smtClean="0">
                          <a:latin typeface="Times New Roman" panose="02020603050405020304" pitchFamily="18" charset="0"/>
                          <a:cs typeface="Times New Roman" panose="02020603050405020304" pitchFamily="18" charset="0"/>
                        </a:rPr>
                        <a:t>: </a:t>
                      </a:r>
                      <a:r>
                        <a:rPr lang="en-US" sz="2000" b="1"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TRẦN</a:t>
                      </a:r>
                      <a:r>
                        <a:rPr lang="en-US" sz="2000" b="1" baseline="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HỒNG ĐIỆP</a:t>
                      </a:r>
                    </a:p>
                    <a:p>
                      <a:pPr marL="0" marR="0" lvl="8" indent="0" algn="l" defTabSz="457200" rtl="0" eaLnBrk="1" fontAlgn="auto" latinLnBrk="0" hangingPunct="1">
                        <a:lnSpc>
                          <a:spcPct val="100000"/>
                        </a:lnSpc>
                        <a:spcBef>
                          <a:spcPts val="0"/>
                        </a:spcBef>
                        <a:spcAft>
                          <a:spcPts val="0"/>
                        </a:spcAft>
                        <a:buClrTx/>
                        <a:buSzTx/>
                        <a:buFontTx/>
                        <a:buNone/>
                        <a:tabLst/>
                        <a:defRPr/>
                      </a:pPr>
                      <a:r>
                        <a:rPr lang="en-US" sz="20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SINH VIÊN</a:t>
                      </a:r>
                      <a:r>
                        <a:rPr lang="en-US" sz="2000" dirty="0" smtClean="0">
                          <a:latin typeface="Times New Roman" panose="02020603050405020304" pitchFamily="18" charset="0"/>
                          <a:cs typeface="Times New Roman" panose="02020603050405020304" pitchFamily="18" charset="0"/>
                        </a:rPr>
                        <a:t>: </a:t>
                      </a:r>
                      <a:r>
                        <a:rPr lang="en-US" sz="2000" b="1" dirty="0" smtClean="0">
                          <a:solidFill>
                            <a:srgbClr val="000000"/>
                          </a:solidFill>
                          <a:latin typeface="Times New Roman" panose="02020603050405020304" pitchFamily="18" charset="0"/>
                          <a:cs typeface="Times New Roman" panose="02020603050405020304" pitchFamily="18" charset="0"/>
                        </a:rPr>
                        <a:t>NGHUYỄN</a:t>
                      </a:r>
                      <a:r>
                        <a:rPr lang="en-US" sz="2000" b="1" baseline="0" dirty="0" smtClean="0">
                          <a:solidFill>
                            <a:srgbClr val="000000"/>
                          </a:solidFill>
                          <a:latin typeface="Times New Roman" panose="02020603050405020304" pitchFamily="18" charset="0"/>
                          <a:cs typeface="Times New Roman" panose="02020603050405020304" pitchFamily="18" charset="0"/>
                        </a:rPr>
                        <a:t> THANH LÂM</a:t>
                      </a:r>
                      <a:endParaRPr lang="en-US" sz="2000" b="1" baseline="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0" lvl="8" indent="0" algn="l" defTabSz="457200" rtl="0" eaLnBrk="1" fontAlgn="auto" latinLnBrk="0" hangingPunct="1">
                        <a:lnSpc>
                          <a:spcPct val="100000"/>
                        </a:lnSpc>
                        <a:spcBef>
                          <a:spcPts val="0"/>
                        </a:spcBef>
                        <a:spcAft>
                          <a:spcPts val="0"/>
                        </a:spcAft>
                        <a:buClrTx/>
                        <a:buSzTx/>
                        <a:buFontTx/>
                        <a:buNone/>
                        <a:tabLst/>
                        <a:defRPr/>
                      </a:pPr>
                      <a:endParaRPr lang="en-US" sz="2000" b="1" baseline="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0" lvl="8" indent="0" algn="l" defTabSz="457200" rtl="0" eaLnBrk="1" fontAlgn="auto" latinLnBrk="0" hangingPunct="1">
                        <a:lnSpc>
                          <a:spcPct val="100000"/>
                        </a:lnSpc>
                        <a:spcBef>
                          <a:spcPts val="0"/>
                        </a:spcBef>
                        <a:spcAft>
                          <a:spcPts val="0"/>
                        </a:spcAft>
                        <a:buClrTx/>
                        <a:buSzTx/>
                        <a:buFontTx/>
                        <a:buNone/>
                        <a:tabLst/>
                        <a:defRPr/>
                      </a:pPr>
                      <a:endParaRPr lang="en-US" sz="2000" dirty="0" smtClean="0">
                        <a:latin typeface="Times New Roman" panose="02020603050405020304" pitchFamily="18" charset="0"/>
                        <a:cs typeface="Times New Roman" panose="02020603050405020304" pitchFamily="18" charset="0"/>
                      </a:endParaRPr>
                    </a:p>
                  </a:txBody>
                  <a:tcPr/>
                </a:tc>
                <a:tc>
                  <a:txBody>
                    <a:bodyPr/>
                    <a:lstStyle/>
                    <a:p>
                      <a:pPr marL="0" marR="0" lvl="8" indent="0" algn="l" defTabSz="457200" rtl="0" eaLnBrk="1" fontAlgn="auto" latinLnBrk="0" hangingPunct="1">
                        <a:lnSpc>
                          <a:spcPct val="100000"/>
                        </a:lnSpc>
                        <a:spcBef>
                          <a:spcPts val="0"/>
                        </a:spcBef>
                        <a:spcAft>
                          <a:spcPts val="0"/>
                        </a:spcAft>
                        <a:buClrTx/>
                        <a:buSzTx/>
                        <a:buFontTx/>
                        <a:buNone/>
                        <a:tabLst/>
                        <a:defRPr/>
                      </a:pPr>
                      <a:r>
                        <a:rPr lang="en-US" sz="200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MSSV:</a:t>
                      </a:r>
                      <a:r>
                        <a:rPr lang="en-US" sz="2000" baseline="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17110281</a:t>
                      </a:r>
                    </a:p>
                    <a:p>
                      <a:pPr marL="0" marR="0" lvl="8" indent="0" algn="l" defTabSz="457200" rtl="0" eaLnBrk="1" fontAlgn="auto" latinLnBrk="0" hangingPunct="1">
                        <a:lnSpc>
                          <a:spcPct val="100000"/>
                        </a:lnSpc>
                        <a:spcBef>
                          <a:spcPts val="0"/>
                        </a:spcBef>
                        <a:spcAft>
                          <a:spcPts val="0"/>
                        </a:spcAft>
                        <a:buClrTx/>
                        <a:buSzTx/>
                        <a:buFontTx/>
                        <a:buNone/>
                        <a:tabLst/>
                        <a:defRPr/>
                      </a:pPr>
                      <a:r>
                        <a:rPr lang="en-US" sz="2000" baseline="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MSSV: 17110324</a:t>
                      </a:r>
                    </a:p>
                    <a:p>
                      <a:pPr marL="0" marR="0" lvl="8" indent="0" algn="l" defTabSz="457200" rtl="0" eaLnBrk="1" fontAlgn="auto" latinLnBrk="0" hangingPunct="1">
                        <a:lnSpc>
                          <a:spcPct val="100000"/>
                        </a:lnSpc>
                        <a:spcBef>
                          <a:spcPts val="0"/>
                        </a:spcBef>
                        <a:spcAft>
                          <a:spcPts val="0"/>
                        </a:spcAft>
                        <a:buClrTx/>
                        <a:buSzTx/>
                        <a:buFontTx/>
                        <a:buNone/>
                        <a:tabLst/>
                        <a:defRPr/>
                      </a:pPr>
                      <a:endParaRPr lang="en-US" sz="2000" dirty="0" smtClean="0">
                        <a:latin typeface="Times New Roman" panose="02020603050405020304" pitchFamily="18" charset="0"/>
                        <a:cs typeface="Times New Roman" panose="02020603050405020304" pitchFamily="18" charset="0"/>
                      </a:endParaRPr>
                    </a:p>
                    <a:p>
                      <a:endParaRPr lang="en-US" dirty="0"/>
                    </a:p>
                  </a:txBody>
                  <a:tcPr/>
                </a:tc>
              </a:tr>
            </a:tbl>
          </a:graphicData>
        </a:graphic>
      </p:graphicFrame>
      <p:pic>
        <p:nvPicPr>
          <p:cNvPr id="1026" name="Picture 2" descr="tải xuống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7336" y="259307"/>
            <a:ext cx="12573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96278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048" y="2125364"/>
            <a:ext cx="5336274" cy="869129"/>
          </a:xfrm>
        </p:spPr>
        <p:txBody>
          <a:bodyPr/>
          <a:lstStyle/>
          <a:p>
            <a:pPr algn="ctr"/>
            <a:r>
              <a:rPr lang="en-US" b="1" dirty="0" smtClean="0">
                <a:latin typeface="Times New Roman" panose="02020603050405020304" pitchFamily="18" charset="0"/>
                <a:cs typeface="Times New Roman" panose="02020603050405020304" pitchFamily="18" charset="0"/>
              </a:rPr>
              <a:t>MỤC LỤC</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42847" y="341195"/>
            <a:ext cx="5249153" cy="5786650"/>
          </a:xfrm>
        </p:spPr>
        <p:txBody>
          <a:bodyPr>
            <a:normAutofit fontScale="32500" lnSpcReduction="20000"/>
          </a:bodyPr>
          <a:lstStyle/>
          <a:p>
            <a:pPr marL="0" indent="0">
              <a:buNone/>
            </a:pPr>
            <a:endPar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endParaRP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Chương I: Giới thiệu chung</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1. Lí do chọn đề tài</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2. Mô tả </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Chương II: Phân tích và thiết kế</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1. Thành phần dữ liệu</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2. Thành phần chức năng</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Chương III: Cài đặt</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1. Môi trường cài đặt và công nghệ sử dụng</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2. Tổ chức các lớp</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3. Cài đặt các chức năng</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4. </a:t>
            </a:r>
            <a:r>
              <a:rPr lang="vi-VN" altLang="ko-KR" sz="7200" b="1" dirty="0" smtClean="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Chương </a:t>
            </a:r>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IV: Kết luận</a:t>
            </a:r>
          </a:p>
          <a:p>
            <a:r>
              <a:rPr lang="vi-VN" altLang="ko-KR" sz="72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TÀI LIỆU THAM KHẢO</a:t>
            </a:r>
          </a:p>
          <a:p>
            <a:endParaRPr lang="en-US" dirty="0"/>
          </a:p>
        </p:txBody>
      </p:sp>
    </p:spTree>
    <p:extLst>
      <p:ext uri="{BB962C8B-B14F-4D97-AF65-F5344CB8AC3E}">
        <p14:creationId xmlns:p14="http://schemas.microsoft.com/office/powerpoint/2010/main" val="42087983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803" y="272798"/>
            <a:ext cx="8911687" cy="603596"/>
          </a:xfrm>
        </p:spPr>
        <p:txBody>
          <a:bodyPr>
            <a:noAutofit/>
          </a:bodyPr>
          <a:lstStyle/>
          <a:p>
            <a:pPr algn="ctr"/>
            <a:r>
              <a:rPr lang="en-US" dirty="0">
                <a:latin typeface="Times New Roman" panose="02020603050405020304" pitchFamily="18" charset="0"/>
                <a:cs typeface="Times New Roman" panose="02020603050405020304" pitchFamily="18" charset="0"/>
              </a:rPr>
              <a:t>GIỚI THIỆU CHUNG</a:t>
            </a:r>
            <a:r>
              <a:rPr lang="en-US" dirty="0"/>
              <a:t/>
            </a:r>
            <a:br>
              <a:rPr lang="en-US" dirty="0"/>
            </a:b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973610" y="1023582"/>
            <a:ext cx="3899942" cy="5834418"/>
          </a:xfrm>
        </p:spPr>
        <p:txBody>
          <a:bodyPr>
            <a:normAutofit fontScale="77500" lnSpcReduction="20000"/>
          </a:bodyPr>
          <a:lstStyle/>
          <a:p>
            <a:r>
              <a:rPr lang="en-US" dirty="0">
                <a:solidFill>
                  <a:schemeClr val="tx1"/>
                </a:solidFill>
              </a:rPr>
              <a:t>Ngày nay công nghệ thông tin ngày càng phát triển và được ứng dụng rộng rãi trong tất cả các lĩnh vực của cuộc sống. Đặc biệt là trong lĩnh vực quản lý, nó góp phần không nhỏ trong những hiệu quả mà công việc này mang lại.</a:t>
            </a:r>
          </a:p>
          <a:p>
            <a:r>
              <a:rPr lang="en-US" dirty="0">
                <a:solidFill>
                  <a:schemeClr val="tx1"/>
                </a:solidFill>
              </a:rPr>
              <a:t>Trong những năm gần đây việc quản lý của các cơ quan, công ty, tổ chức hành chính sự nghiệp không thể thiếu sự giúp đỡ của công nghệ thông tin. Công nghệ thông tin giúp con người giải quyết công việc một cách nhanh chóng, dễ dàng, không tốn sức lao động mà vẫn hiệu quả và chính xác.	</a:t>
            </a:r>
          </a:p>
          <a:p>
            <a:r>
              <a:rPr lang="vi-VN" dirty="0">
                <a:solidFill>
                  <a:schemeClr val="tx1"/>
                </a:solidFill>
              </a:rPr>
              <a:t>Tuy nhiên, công việc quản lý nhân sự của </a:t>
            </a:r>
            <a:r>
              <a:rPr lang="en-US" dirty="0">
                <a:solidFill>
                  <a:schemeClr val="tx1"/>
                </a:solidFill>
              </a:rPr>
              <a:t>Công ty DTL</a:t>
            </a:r>
            <a:r>
              <a:rPr lang="vi-VN" dirty="0">
                <a:solidFill>
                  <a:schemeClr val="tx1"/>
                </a:solidFill>
              </a:rPr>
              <a:t> còn phồ thông, chưa áp dụng công nghệ thông tin vào công việc quản lý. Công việc quản lý vẫn còn thủ công, nhiều thủ tục và rất dễ nhầm lẫn. Ứng dụng tin học vào công tác quản lý là một trong những yêu cầu cần thiết với mỗi doanh nghiệp tin học hoá trong công tác quản lý sẽ giúp làm giảm đến mức tối thiểu sự can thiệp thủ công của con người, tiết kiệm được thời gian tìm kiếm, tiết kiệm không gian lưu trữ, hệ thống hóa và kết xuất thông tin một cách chính xác đầy đủ đáp ứng được yêu cầu của người sử dụng</a:t>
            </a:r>
            <a:endParaRPr lang="en-US" dirty="0">
              <a:solidFill>
                <a:schemeClr val="tx1"/>
              </a:solidFill>
            </a:endParaRPr>
          </a:p>
          <a:p>
            <a:r>
              <a:rPr lang="en-US" dirty="0">
                <a:solidFill>
                  <a:schemeClr val="tx1"/>
                </a:solidFill>
              </a:rPr>
              <a:t>	Vì vậy nhóm sinh viên chúng em thực hiện đề tài: </a:t>
            </a:r>
            <a:r>
              <a:rPr lang="en-US" i="1" dirty="0">
                <a:solidFill>
                  <a:schemeClr val="tx1"/>
                </a:solidFill>
              </a:rPr>
              <a:t>“xây dựng hệ thống quản lý nhân sự công ty DTL”.</a:t>
            </a:r>
            <a:endParaRPr lang="en-US" dirty="0">
              <a:solidFill>
                <a:schemeClr val="tx1"/>
              </a:solidFill>
            </a:endParaRPr>
          </a:p>
          <a:p>
            <a:endParaRPr lang="en-US" dirty="0"/>
          </a:p>
        </p:txBody>
      </p:sp>
      <p:grpSp>
        <p:nvGrpSpPr>
          <p:cNvPr id="6" name="Group 5">
            <a:extLst>
              <a:ext uri="{FF2B5EF4-FFF2-40B4-BE49-F238E27FC236}">
                <a16:creationId xmlns="" xmlns:a16="http://schemas.microsoft.com/office/drawing/2014/main" id="{E3EF9808-C6AD-4138-B7CA-F72ECE537A8C}"/>
              </a:ext>
            </a:extLst>
          </p:cNvPr>
          <p:cNvGrpSpPr/>
          <p:nvPr/>
        </p:nvGrpSpPr>
        <p:grpSpPr>
          <a:xfrm>
            <a:off x="769257" y="1899288"/>
            <a:ext cx="5474490" cy="4958712"/>
            <a:chOff x="1569022" y="1657523"/>
            <a:chExt cx="5617573" cy="5088315"/>
          </a:xfrm>
        </p:grpSpPr>
        <p:sp>
          <p:nvSpPr>
            <p:cNvPr id="7" name="Freeform: Shape 83">
              <a:extLst>
                <a:ext uri="{FF2B5EF4-FFF2-40B4-BE49-F238E27FC236}">
                  <a16:creationId xmlns="" xmlns:a16="http://schemas.microsoft.com/office/drawing/2014/main" id="{CCC8FED4-622F-48E9-8404-76155663EEFC}"/>
                </a:ext>
              </a:extLst>
            </p:cNvPr>
            <p:cNvSpPr/>
            <p:nvPr/>
          </p:nvSpPr>
          <p:spPr>
            <a:xfrm>
              <a:off x="2923068" y="1665471"/>
              <a:ext cx="2967885" cy="2156018"/>
            </a:xfrm>
            <a:custGeom>
              <a:avLst/>
              <a:gdLst>
                <a:gd name="connsiteX0" fmla="*/ 1117322 w 2162559"/>
                <a:gd name="connsiteY0" fmla="*/ 0 h 1570989"/>
                <a:gd name="connsiteX1" fmla="*/ 1073836 w 2162559"/>
                <a:gd name="connsiteY1" fmla="*/ 10186 h 1570989"/>
                <a:gd name="connsiteX2" fmla="*/ 986864 w 2162559"/>
                <a:gd name="connsiteY2" fmla="*/ 48579 h 1570989"/>
                <a:gd name="connsiteX3" fmla="*/ 987255 w 2162559"/>
                <a:gd name="connsiteY3" fmla="*/ 48971 h 1570989"/>
                <a:gd name="connsiteX4" fmla="*/ 902242 w 2162559"/>
                <a:gd name="connsiteY4" fmla="*/ 75219 h 1570989"/>
                <a:gd name="connsiteX5" fmla="*/ 861498 w 2162559"/>
                <a:gd name="connsiteY5" fmla="*/ 91674 h 1570989"/>
                <a:gd name="connsiteX6" fmla="*/ 807434 w 2162559"/>
                <a:gd name="connsiteY6" fmla="*/ 134376 h 1570989"/>
                <a:gd name="connsiteX7" fmla="*/ 746318 w 2162559"/>
                <a:gd name="connsiteY7" fmla="*/ 155924 h 1570989"/>
                <a:gd name="connsiteX8" fmla="*/ 680893 w 2162559"/>
                <a:gd name="connsiteY8" fmla="*/ 180605 h 1570989"/>
                <a:gd name="connsiteX9" fmla="*/ 680893 w 2162559"/>
                <a:gd name="connsiteY9" fmla="*/ 180605 h 1570989"/>
                <a:gd name="connsiteX10" fmla="*/ 601364 w 2162559"/>
                <a:gd name="connsiteY10" fmla="*/ 193142 h 1570989"/>
                <a:gd name="connsiteX11" fmla="*/ 517526 w 2162559"/>
                <a:gd name="connsiteY11" fmla="*/ 244072 h 1570989"/>
                <a:gd name="connsiteX12" fmla="*/ 506556 w 2162559"/>
                <a:gd name="connsiteY12" fmla="*/ 249165 h 1570989"/>
                <a:gd name="connsiteX13" fmla="*/ 352591 w 2162559"/>
                <a:gd name="connsiteY13" fmla="*/ 363561 h 1570989"/>
                <a:gd name="connsiteX14" fmla="*/ 310280 w 2162559"/>
                <a:gd name="connsiteY14" fmla="*/ 418017 h 1570989"/>
                <a:gd name="connsiteX15" fmla="*/ 310280 w 2162559"/>
                <a:gd name="connsiteY15" fmla="*/ 418017 h 1570989"/>
                <a:gd name="connsiteX16" fmla="*/ 180605 w 2162559"/>
                <a:gd name="connsiteY16" fmla="*/ 607241 h 1570989"/>
                <a:gd name="connsiteX17" fmla="*/ 0 w 2162559"/>
                <a:gd name="connsiteY17" fmla="*/ 837992 h 1570989"/>
                <a:gd name="connsiteX18" fmla="*/ 65425 w 2162559"/>
                <a:gd name="connsiteY18" fmla="*/ 870900 h 1570989"/>
                <a:gd name="connsiteX19" fmla="*/ 159450 w 2162559"/>
                <a:gd name="connsiteY19" fmla="*/ 938285 h 1570989"/>
                <a:gd name="connsiteX20" fmla="*/ 225658 w 2162559"/>
                <a:gd name="connsiteY20" fmla="*/ 1012721 h 1570989"/>
                <a:gd name="connsiteX21" fmla="*/ 343189 w 2162559"/>
                <a:gd name="connsiteY21" fmla="*/ 907727 h 1570989"/>
                <a:gd name="connsiteX22" fmla="*/ 440347 w 2162559"/>
                <a:gd name="connsiteY22" fmla="*/ 865807 h 1570989"/>
                <a:gd name="connsiteX23" fmla="*/ 490102 w 2162559"/>
                <a:gd name="connsiteY23" fmla="*/ 868942 h 1570989"/>
                <a:gd name="connsiteX24" fmla="*/ 501855 w 2162559"/>
                <a:gd name="connsiteY24" fmla="*/ 914778 h 1570989"/>
                <a:gd name="connsiteX25" fmla="*/ 539856 w 2162559"/>
                <a:gd name="connsiteY25" fmla="*/ 1009978 h 1570989"/>
                <a:gd name="connsiteX26" fmla="*/ 609983 w 2162559"/>
                <a:gd name="connsiteY26" fmla="*/ 1037402 h 1570989"/>
                <a:gd name="connsiteX27" fmla="*/ 669532 w 2162559"/>
                <a:gd name="connsiteY27" fmla="*/ 1015463 h 1570989"/>
                <a:gd name="connsiteX28" fmla="*/ 679718 w 2162559"/>
                <a:gd name="connsiteY28" fmla="*/ 1020556 h 1570989"/>
                <a:gd name="connsiteX29" fmla="*/ 691862 w 2162559"/>
                <a:gd name="connsiteY29" fmla="*/ 1081672 h 1570989"/>
                <a:gd name="connsiteX30" fmla="*/ 746710 w 2162559"/>
                <a:gd name="connsiteY30" fmla="*/ 1361002 h 1570989"/>
                <a:gd name="connsiteX31" fmla="*/ 757679 w 2162559"/>
                <a:gd name="connsiteY31" fmla="*/ 1393911 h 1570989"/>
                <a:gd name="connsiteX32" fmla="*/ 1106353 w 2162559"/>
                <a:gd name="connsiteY32" fmla="*/ 1567856 h 1570989"/>
                <a:gd name="connsiteX33" fmla="*/ 1138870 w 2162559"/>
                <a:gd name="connsiteY33" fmla="*/ 1567856 h 1570989"/>
                <a:gd name="connsiteX34" fmla="*/ 1334362 w 2162559"/>
                <a:gd name="connsiteY34" fmla="*/ 1441315 h 1570989"/>
                <a:gd name="connsiteX35" fmla="*/ 1422902 w 2162559"/>
                <a:gd name="connsiteY35" fmla="*/ 1036618 h 1570989"/>
                <a:gd name="connsiteX36" fmla="*/ 1434263 w 2162559"/>
                <a:gd name="connsiteY36" fmla="*/ 1031134 h 1570989"/>
                <a:gd name="connsiteX37" fmla="*/ 1490677 w 2162559"/>
                <a:gd name="connsiteY37" fmla="*/ 1053856 h 1570989"/>
                <a:gd name="connsiteX38" fmla="*/ 1551010 w 2162559"/>
                <a:gd name="connsiteY38" fmla="*/ 1030350 h 1570989"/>
                <a:gd name="connsiteX39" fmla="*/ 1580000 w 2162559"/>
                <a:gd name="connsiteY39" fmla="*/ 877952 h 1570989"/>
                <a:gd name="connsiteX40" fmla="*/ 1601156 w 2162559"/>
                <a:gd name="connsiteY40" fmla="*/ 863457 h 1570989"/>
                <a:gd name="connsiteX41" fmla="*/ 1727697 w 2162559"/>
                <a:gd name="connsiteY41" fmla="*/ 915170 h 1570989"/>
                <a:gd name="connsiteX42" fmla="*/ 1800958 w 2162559"/>
                <a:gd name="connsiteY42" fmla="*/ 963750 h 1570989"/>
                <a:gd name="connsiteX43" fmla="*/ 1927107 w 2162559"/>
                <a:gd name="connsiteY43" fmla="*/ 1104002 h 1570989"/>
                <a:gd name="connsiteX44" fmla="*/ 2165302 w 2162559"/>
                <a:gd name="connsiteY44" fmla="*/ 915954 h 1570989"/>
                <a:gd name="connsiteX45" fmla="*/ 2023482 w 2162559"/>
                <a:gd name="connsiteY45" fmla="*/ 751019 h 1570989"/>
                <a:gd name="connsiteX46" fmla="*/ 1894198 w 2162559"/>
                <a:gd name="connsiteY46" fmla="*/ 627221 h 1570989"/>
                <a:gd name="connsiteX47" fmla="*/ 1800174 w 2162559"/>
                <a:gd name="connsiteY47" fmla="*/ 504989 h 1570989"/>
                <a:gd name="connsiteX48" fmla="*/ 1751203 w 2162559"/>
                <a:gd name="connsiteY48" fmla="*/ 421151 h 1570989"/>
                <a:gd name="connsiteX49" fmla="*/ 1751203 w 2162559"/>
                <a:gd name="connsiteY49" fmla="*/ 421151 h 1570989"/>
                <a:gd name="connsiteX50" fmla="*/ 1699098 w 2162559"/>
                <a:gd name="connsiteY50" fmla="*/ 333395 h 1570989"/>
                <a:gd name="connsiteX51" fmla="*/ 1669324 w 2162559"/>
                <a:gd name="connsiteY51" fmla="*/ 311064 h 1570989"/>
                <a:gd name="connsiteX52" fmla="*/ 1598414 w 2162559"/>
                <a:gd name="connsiteY52" fmla="*/ 271495 h 1570989"/>
                <a:gd name="connsiteX53" fmla="*/ 1591362 w 2162559"/>
                <a:gd name="connsiteY53" fmla="*/ 265227 h 1570989"/>
                <a:gd name="connsiteX54" fmla="*/ 1580000 w 2162559"/>
                <a:gd name="connsiteY54" fmla="*/ 238195 h 1570989"/>
                <a:gd name="connsiteX55" fmla="*/ 1580000 w 2162559"/>
                <a:gd name="connsiteY55" fmla="*/ 238195 h 1570989"/>
                <a:gd name="connsiteX56" fmla="*/ 1552577 w 2162559"/>
                <a:gd name="connsiteY56" fmla="*/ 195101 h 1570989"/>
                <a:gd name="connsiteX57" fmla="*/ 1529854 w 2162559"/>
                <a:gd name="connsiteY57" fmla="*/ 173162 h 1570989"/>
                <a:gd name="connsiteX58" fmla="*/ 1463254 w 2162559"/>
                <a:gd name="connsiteY58" fmla="*/ 145346 h 1570989"/>
                <a:gd name="connsiteX59" fmla="*/ 1357476 w 2162559"/>
                <a:gd name="connsiteY59" fmla="*/ 159058 h 1570989"/>
                <a:gd name="connsiteX60" fmla="*/ 1284999 w 2162559"/>
                <a:gd name="connsiteY60" fmla="*/ 86189 h 1570989"/>
                <a:gd name="connsiteX61" fmla="*/ 1210955 w 2162559"/>
                <a:gd name="connsiteY61" fmla="*/ 36434 h 1570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162559" h="1570989">
                  <a:moveTo>
                    <a:pt x="1117322" y="0"/>
                  </a:moveTo>
                  <a:cubicBezTo>
                    <a:pt x="1102043" y="0"/>
                    <a:pt x="1087156" y="1959"/>
                    <a:pt x="1073836" y="10186"/>
                  </a:cubicBezTo>
                  <a:cubicBezTo>
                    <a:pt x="1071486" y="14495"/>
                    <a:pt x="1011937" y="43878"/>
                    <a:pt x="986864" y="48579"/>
                  </a:cubicBezTo>
                  <a:cubicBezTo>
                    <a:pt x="986864" y="48579"/>
                    <a:pt x="987255" y="48971"/>
                    <a:pt x="987255" y="48971"/>
                  </a:cubicBezTo>
                  <a:cubicBezTo>
                    <a:pt x="983338" y="52497"/>
                    <a:pt x="904592" y="72477"/>
                    <a:pt x="902242" y="75219"/>
                  </a:cubicBezTo>
                  <a:cubicBezTo>
                    <a:pt x="899891" y="75611"/>
                    <a:pt x="870509" y="81880"/>
                    <a:pt x="861498" y="91674"/>
                  </a:cubicBezTo>
                  <a:cubicBezTo>
                    <a:pt x="845827" y="101076"/>
                    <a:pt x="809393" y="129283"/>
                    <a:pt x="807434" y="134376"/>
                  </a:cubicBezTo>
                  <a:cubicBezTo>
                    <a:pt x="787062" y="141428"/>
                    <a:pt x="767082" y="149264"/>
                    <a:pt x="746318" y="155924"/>
                  </a:cubicBezTo>
                  <a:cubicBezTo>
                    <a:pt x="728297" y="161408"/>
                    <a:pt x="684811" y="178646"/>
                    <a:pt x="680893" y="180605"/>
                  </a:cubicBezTo>
                  <a:cubicBezTo>
                    <a:pt x="680893" y="180605"/>
                    <a:pt x="680893" y="180605"/>
                    <a:pt x="680893" y="180605"/>
                  </a:cubicBezTo>
                  <a:cubicBezTo>
                    <a:pt x="653469" y="178254"/>
                    <a:pt x="626829" y="183739"/>
                    <a:pt x="601364" y="193142"/>
                  </a:cubicBezTo>
                  <a:cubicBezTo>
                    <a:pt x="577466" y="202152"/>
                    <a:pt x="523794" y="239762"/>
                    <a:pt x="517526" y="244072"/>
                  </a:cubicBezTo>
                  <a:cubicBezTo>
                    <a:pt x="517526" y="244072"/>
                    <a:pt x="510474" y="247597"/>
                    <a:pt x="506556" y="249165"/>
                  </a:cubicBezTo>
                  <a:cubicBezTo>
                    <a:pt x="448183" y="277764"/>
                    <a:pt x="392943" y="310672"/>
                    <a:pt x="352591" y="363561"/>
                  </a:cubicBezTo>
                  <a:cubicBezTo>
                    <a:pt x="349849" y="367087"/>
                    <a:pt x="310280" y="418017"/>
                    <a:pt x="310280" y="418017"/>
                  </a:cubicBezTo>
                  <a:cubicBezTo>
                    <a:pt x="310280" y="418017"/>
                    <a:pt x="310280" y="418017"/>
                    <a:pt x="310280" y="418017"/>
                  </a:cubicBezTo>
                  <a:cubicBezTo>
                    <a:pt x="310280" y="418017"/>
                    <a:pt x="198626" y="579817"/>
                    <a:pt x="180605" y="607241"/>
                  </a:cubicBezTo>
                  <a:cubicBezTo>
                    <a:pt x="141428" y="667965"/>
                    <a:pt x="10970" y="824280"/>
                    <a:pt x="0" y="837992"/>
                  </a:cubicBezTo>
                  <a:cubicBezTo>
                    <a:pt x="392" y="841126"/>
                    <a:pt x="54064" y="864240"/>
                    <a:pt x="65425" y="870900"/>
                  </a:cubicBezTo>
                  <a:cubicBezTo>
                    <a:pt x="67776" y="873251"/>
                    <a:pt x="143779" y="923397"/>
                    <a:pt x="159450" y="938285"/>
                  </a:cubicBezTo>
                  <a:cubicBezTo>
                    <a:pt x="183739" y="961007"/>
                    <a:pt x="203719" y="987647"/>
                    <a:pt x="225658" y="1012721"/>
                  </a:cubicBezTo>
                  <a:cubicBezTo>
                    <a:pt x="253866" y="986080"/>
                    <a:pt x="335353" y="913995"/>
                    <a:pt x="343189" y="907727"/>
                  </a:cubicBezTo>
                  <a:cubicBezTo>
                    <a:pt x="372180" y="885788"/>
                    <a:pt x="402738" y="867375"/>
                    <a:pt x="440347" y="865807"/>
                  </a:cubicBezTo>
                  <a:cubicBezTo>
                    <a:pt x="449358" y="865416"/>
                    <a:pt x="489318" y="864632"/>
                    <a:pt x="490102" y="868942"/>
                  </a:cubicBezTo>
                  <a:cubicBezTo>
                    <a:pt x="494019" y="884221"/>
                    <a:pt x="497154" y="899891"/>
                    <a:pt x="501855" y="914778"/>
                  </a:cubicBezTo>
                  <a:cubicBezTo>
                    <a:pt x="511257" y="947687"/>
                    <a:pt x="521051" y="980987"/>
                    <a:pt x="539856" y="1009978"/>
                  </a:cubicBezTo>
                  <a:cubicBezTo>
                    <a:pt x="556311" y="1035443"/>
                    <a:pt x="580208" y="1044454"/>
                    <a:pt x="609983" y="1037402"/>
                  </a:cubicBezTo>
                  <a:cubicBezTo>
                    <a:pt x="630747" y="1032309"/>
                    <a:pt x="650727" y="1025257"/>
                    <a:pt x="669532" y="1015463"/>
                  </a:cubicBezTo>
                  <a:cubicBezTo>
                    <a:pt x="676975" y="1011545"/>
                    <a:pt x="678542" y="1013504"/>
                    <a:pt x="679718" y="1020556"/>
                  </a:cubicBezTo>
                  <a:cubicBezTo>
                    <a:pt x="683635" y="1040928"/>
                    <a:pt x="687945" y="1061300"/>
                    <a:pt x="691862" y="1081672"/>
                  </a:cubicBezTo>
                  <a:cubicBezTo>
                    <a:pt x="710275" y="1174913"/>
                    <a:pt x="728297" y="1268153"/>
                    <a:pt x="746710" y="1361002"/>
                  </a:cubicBezTo>
                  <a:cubicBezTo>
                    <a:pt x="749452" y="1372364"/>
                    <a:pt x="746710" y="1387643"/>
                    <a:pt x="757679" y="1393911"/>
                  </a:cubicBezTo>
                  <a:cubicBezTo>
                    <a:pt x="778835" y="1406056"/>
                    <a:pt x="1094600" y="1562371"/>
                    <a:pt x="1106353" y="1567856"/>
                  </a:cubicBezTo>
                  <a:cubicBezTo>
                    <a:pt x="1117322" y="1577258"/>
                    <a:pt x="1128292" y="1573732"/>
                    <a:pt x="1138870" y="1567856"/>
                  </a:cubicBezTo>
                  <a:cubicBezTo>
                    <a:pt x="1145530" y="1561196"/>
                    <a:pt x="1332795" y="1447583"/>
                    <a:pt x="1334362" y="1441315"/>
                  </a:cubicBezTo>
                  <a:cubicBezTo>
                    <a:pt x="1338671" y="1422902"/>
                    <a:pt x="1416241" y="1067176"/>
                    <a:pt x="1422902" y="1036618"/>
                  </a:cubicBezTo>
                  <a:cubicBezTo>
                    <a:pt x="1424469" y="1029175"/>
                    <a:pt x="1426428" y="1026824"/>
                    <a:pt x="1434263" y="1031134"/>
                  </a:cubicBezTo>
                  <a:cubicBezTo>
                    <a:pt x="1452284" y="1040928"/>
                    <a:pt x="1471089" y="1048371"/>
                    <a:pt x="1490677" y="1053856"/>
                  </a:cubicBezTo>
                  <a:cubicBezTo>
                    <a:pt x="1520452" y="1062083"/>
                    <a:pt x="1538473" y="1055423"/>
                    <a:pt x="1551010" y="1030350"/>
                  </a:cubicBezTo>
                  <a:cubicBezTo>
                    <a:pt x="1554144" y="1024082"/>
                    <a:pt x="1579217" y="879128"/>
                    <a:pt x="1580000" y="877952"/>
                  </a:cubicBezTo>
                  <a:cubicBezTo>
                    <a:pt x="1580392" y="856013"/>
                    <a:pt x="1581176" y="855230"/>
                    <a:pt x="1601156" y="863457"/>
                  </a:cubicBezTo>
                  <a:cubicBezTo>
                    <a:pt x="1643467" y="880695"/>
                    <a:pt x="1685386" y="898324"/>
                    <a:pt x="1727697" y="915170"/>
                  </a:cubicBezTo>
                  <a:cubicBezTo>
                    <a:pt x="1755513" y="926532"/>
                    <a:pt x="1780586" y="939852"/>
                    <a:pt x="1800958" y="963750"/>
                  </a:cubicBezTo>
                  <a:cubicBezTo>
                    <a:pt x="1834258" y="1003318"/>
                    <a:pt x="1923581" y="1092641"/>
                    <a:pt x="1927107" y="1104002"/>
                  </a:cubicBezTo>
                  <a:cubicBezTo>
                    <a:pt x="1929066" y="1102044"/>
                    <a:pt x="2139837" y="932800"/>
                    <a:pt x="2165302" y="915954"/>
                  </a:cubicBezTo>
                  <a:cubicBezTo>
                    <a:pt x="2162560" y="912428"/>
                    <a:pt x="2029358" y="752587"/>
                    <a:pt x="2023482" y="751019"/>
                  </a:cubicBezTo>
                  <a:cubicBezTo>
                    <a:pt x="2021915" y="750628"/>
                    <a:pt x="1931025" y="672666"/>
                    <a:pt x="1894198" y="627221"/>
                  </a:cubicBezTo>
                  <a:cubicBezTo>
                    <a:pt x="1861682" y="587260"/>
                    <a:pt x="1827598" y="548867"/>
                    <a:pt x="1800174" y="504989"/>
                  </a:cubicBezTo>
                  <a:cubicBezTo>
                    <a:pt x="1782936" y="477565"/>
                    <a:pt x="1767657" y="448966"/>
                    <a:pt x="1751203" y="421151"/>
                  </a:cubicBezTo>
                  <a:cubicBezTo>
                    <a:pt x="1751203" y="421151"/>
                    <a:pt x="1751203" y="421151"/>
                    <a:pt x="1751203" y="421151"/>
                  </a:cubicBezTo>
                  <a:cubicBezTo>
                    <a:pt x="1735924" y="390593"/>
                    <a:pt x="1719470" y="360818"/>
                    <a:pt x="1699098" y="333395"/>
                  </a:cubicBezTo>
                  <a:cubicBezTo>
                    <a:pt x="1691654" y="323209"/>
                    <a:pt x="1682252" y="313806"/>
                    <a:pt x="1669324" y="311064"/>
                  </a:cubicBezTo>
                  <a:cubicBezTo>
                    <a:pt x="1641508" y="305187"/>
                    <a:pt x="1619569" y="289517"/>
                    <a:pt x="1598414" y="271495"/>
                  </a:cubicBezTo>
                  <a:cubicBezTo>
                    <a:pt x="1597238" y="267969"/>
                    <a:pt x="1595671" y="265619"/>
                    <a:pt x="1591362" y="265227"/>
                  </a:cubicBezTo>
                  <a:cubicBezTo>
                    <a:pt x="1591362" y="265227"/>
                    <a:pt x="1585877" y="238979"/>
                    <a:pt x="1580000" y="238195"/>
                  </a:cubicBezTo>
                  <a:lnTo>
                    <a:pt x="1580000" y="238195"/>
                  </a:lnTo>
                  <a:cubicBezTo>
                    <a:pt x="1572557" y="222916"/>
                    <a:pt x="1562371" y="209204"/>
                    <a:pt x="1552577" y="195101"/>
                  </a:cubicBezTo>
                  <a:cubicBezTo>
                    <a:pt x="1547484" y="185306"/>
                    <a:pt x="1540432" y="177471"/>
                    <a:pt x="1529854" y="173162"/>
                  </a:cubicBezTo>
                  <a:cubicBezTo>
                    <a:pt x="1509091" y="160233"/>
                    <a:pt x="1487935" y="149264"/>
                    <a:pt x="1463254" y="145346"/>
                  </a:cubicBezTo>
                  <a:cubicBezTo>
                    <a:pt x="1426428" y="139078"/>
                    <a:pt x="1391560" y="146129"/>
                    <a:pt x="1357476" y="159058"/>
                  </a:cubicBezTo>
                  <a:cubicBezTo>
                    <a:pt x="1343373" y="142995"/>
                    <a:pt x="1296361" y="92457"/>
                    <a:pt x="1284999" y="86189"/>
                  </a:cubicBezTo>
                  <a:cubicBezTo>
                    <a:pt x="1283040" y="86189"/>
                    <a:pt x="1234069" y="51322"/>
                    <a:pt x="1210955" y="36434"/>
                  </a:cubicBezTo>
                </a:path>
              </a:pathLst>
            </a:custGeom>
            <a:solidFill>
              <a:schemeClr val="bg1">
                <a:lumMod val="85000"/>
              </a:schemeClr>
            </a:solidFill>
            <a:ln w="3910" cap="flat">
              <a:noFill/>
              <a:prstDash val="solid"/>
              <a:miter/>
            </a:ln>
          </p:spPr>
          <p:txBody>
            <a:bodyPr rtlCol="0" anchor="ctr"/>
            <a:lstStyle/>
            <a:p>
              <a:endParaRPr lang="en-US"/>
            </a:p>
          </p:txBody>
        </p:sp>
        <p:sp>
          <p:nvSpPr>
            <p:cNvPr id="8" name="Freeform: Shape 79">
              <a:extLst>
                <a:ext uri="{FF2B5EF4-FFF2-40B4-BE49-F238E27FC236}">
                  <a16:creationId xmlns="" xmlns:a16="http://schemas.microsoft.com/office/drawing/2014/main" id="{690BFA1F-86BD-4F10-A75F-EEE7B272B183}"/>
                </a:ext>
              </a:extLst>
            </p:cNvPr>
            <p:cNvSpPr/>
            <p:nvPr/>
          </p:nvSpPr>
          <p:spPr>
            <a:xfrm>
              <a:off x="1569022" y="2980450"/>
              <a:ext cx="2394717" cy="3753708"/>
            </a:xfrm>
            <a:custGeom>
              <a:avLst/>
              <a:gdLst>
                <a:gd name="connsiteX0" fmla="*/ 1569189 w 1743367"/>
                <a:gd name="connsiteY0" fmla="*/ 1800667 h 1813886"/>
                <a:gd name="connsiteX1" fmla="*/ 1568014 w 1743367"/>
                <a:gd name="connsiteY1" fmla="*/ 1801842 h 1813886"/>
                <a:gd name="connsiteX2" fmla="*/ 1413265 w 1743367"/>
                <a:gd name="connsiteY2" fmla="*/ 1809677 h 1813886"/>
                <a:gd name="connsiteX3" fmla="*/ 1019146 w 1743367"/>
                <a:gd name="connsiteY3" fmla="*/ 1807718 h 1813886"/>
                <a:gd name="connsiteX4" fmla="*/ 959989 w 1743367"/>
                <a:gd name="connsiteY4" fmla="*/ 1806935 h 1813886"/>
                <a:gd name="connsiteX5" fmla="*/ 964691 w 1743367"/>
                <a:gd name="connsiteY5" fmla="*/ 1694889 h 1813886"/>
                <a:gd name="connsiteX6" fmla="*/ 820912 w 1743367"/>
                <a:gd name="connsiteY6" fmla="*/ 1613793 h 1813886"/>
                <a:gd name="connsiteX7" fmla="*/ 395452 w 1743367"/>
                <a:gd name="connsiteY7" fmla="*/ 1453168 h 1813886"/>
                <a:gd name="connsiteX8" fmla="*/ 390359 w 1743367"/>
                <a:gd name="connsiteY8" fmla="*/ 1451601 h 1813886"/>
                <a:gd name="connsiteX9" fmla="*/ 196042 w 1743367"/>
                <a:gd name="connsiteY9" fmla="*/ 1350133 h 1813886"/>
                <a:gd name="connsiteX10" fmla="*/ 51871 w 1743367"/>
                <a:gd name="connsiteY10" fmla="*/ 1191859 h 1813886"/>
                <a:gd name="connsiteX11" fmla="*/ 6034 w 1743367"/>
                <a:gd name="connsiteY11" fmla="*/ 1120557 h 1813886"/>
                <a:gd name="connsiteX12" fmla="*/ 107502 w 1743367"/>
                <a:gd name="connsiteY12" fmla="*/ 827515 h 1813886"/>
                <a:gd name="connsiteX13" fmla="*/ 401720 w 1743367"/>
                <a:gd name="connsiteY13" fmla="*/ 469830 h 1813886"/>
                <a:gd name="connsiteX14" fmla="*/ 805241 w 1743367"/>
                <a:gd name="connsiteY14" fmla="*/ 8328 h 1813886"/>
                <a:gd name="connsiteX15" fmla="*/ 830314 w 1743367"/>
                <a:gd name="connsiteY15" fmla="*/ 8719 h 1813886"/>
                <a:gd name="connsiteX16" fmla="*/ 952546 w 1743367"/>
                <a:gd name="connsiteY16" fmla="*/ 125466 h 1813886"/>
                <a:gd name="connsiteX17" fmla="*/ 1092799 w 1743367"/>
                <a:gd name="connsiteY17" fmla="*/ 242605 h 1813886"/>
                <a:gd name="connsiteX18" fmla="*/ 1126099 w 1743367"/>
                <a:gd name="connsiteY18" fmla="*/ 282957 h 1813886"/>
                <a:gd name="connsiteX19" fmla="*/ 979578 w 1743367"/>
                <a:gd name="connsiteY19" fmla="*/ 589711 h 1813886"/>
                <a:gd name="connsiteX20" fmla="*/ 869883 w 1743367"/>
                <a:gd name="connsiteY20" fmla="*/ 706067 h 1813886"/>
                <a:gd name="connsiteX21" fmla="*/ 790354 w 1743367"/>
                <a:gd name="connsiteY21" fmla="*/ 860423 h 1813886"/>
                <a:gd name="connsiteX22" fmla="*/ 797406 w 1743367"/>
                <a:gd name="connsiteY22" fmla="*/ 874527 h 1813886"/>
                <a:gd name="connsiteX23" fmla="*/ 848727 w 1743367"/>
                <a:gd name="connsiteY23" fmla="*/ 846711 h 1813886"/>
                <a:gd name="connsiteX24" fmla="*/ 902791 w 1743367"/>
                <a:gd name="connsiteY24" fmla="*/ 688829 h 1813886"/>
                <a:gd name="connsiteX25" fmla="*/ 952154 w 1743367"/>
                <a:gd name="connsiteY25" fmla="*/ 665323 h 1813886"/>
                <a:gd name="connsiteX26" fmla="*/ 1325117 w 1743367"/>
                <a:gd name="connsiteY26" fmla="*/ 734666 h 1813886"/>
                <a:gd name="connsiteX27" fmla="*/ 1413265 w 1743367"/>
                <a:gd name="connsiteY27" fmla="*/ 771884 h 1813886"/>
                <a:gd name="connsiteX28" fmla="*/ 1421101 w 1743367"/>
                <a:gd name="connsiteY28" fmla="*/ 748769 h 1813886"/>
                <a:gd name="connsiteX29" fmla="*/ 1453225 w 1743367"/>
                <a:gd name="connsiteY29" fmla="*/ 714685 h 1813886"/>
                <a:gd name="connsiteX30" fmla="*/ 1633831 w 1743367"/>
                <a:gd name="connsiteY30" fmla="*/ 551710 h 1813886"/>
                <a:gd name="connsiteX31" fmla="*/ 1703174 w 1743367"/>
                <a:gd name="connsiteY31" fmla="*/ 509791 h 1813886"/>
                <a:gd name="connsiteX32" fmla="*/ 1711009 w 1743367"/>
                <a:gd name="connsiteY32" fmla="*/ 633981 h 1813886"/>
                <a:gd name="connsiteX33" fmla="*/ 1743917 w 1743367"/>
                <a:gd name="connsiteY33" fmla="*/ 795782 h 1813886"/>
                <a:gd name="connsiteX34" fmla="*/ 1721978 w 1743367"/>
                <a:gd name="connsiteY34" fmla="*/ 957973 h 1813886"/>
                <a:gd name="connsiteX35" fmla="*/ 1660862 w 1743367"/>
                <a:gd name="connsiteY35" fmla="*/ 1311348 h 1813886"/>
                <a:gd name="connsiteX36" fmla="*/ 1618552 w 1743367"/>
                <a:gd name="connsiteY36" fmla="*/ 1567565 h 1813886"/>
                <a:gd name="connsiteX37" fmla="*/ 1597396 w 1743367"/>
                <a:gd name="connsiteY37" fmla="*/ 1695673 h 1813886"/>
                <a:gd name="connsiteX38" fmla="*/ 1569189 w 1743367"/>
                <a:gd name="connsiteY38" fmla="*/ 1800667 h 1813886"/>
                <a:gd name="connsiteX0" fmla="*/ 1636072 w 1744918"/>
                <a:gd name="connsiteY0" fmla="*/ 2744463 h 2744463"/>
                <a:gd name="connsiteX1" fmla="*/ 1568014 w 1744918"/>
                <a:gd name="connsiteY1" fmla="*/ 1801842 h 2744463"/>
                <a:gd name="connsiteX2" fmla="*/ 1413265 w 1744918"/>
                <a:gd name="connsiteY2" fmla="*/ 1809677 h 2744463"/>
                <a:gd name="connsiteX3" fmla="*/ 1019146 w 1744918"/>
                <a:gd name="connsiteY3" fmla="*/ 1807718 h 2744463"/>
                <a:gd name="connsiteX4" fmla="*/ 959989 w 1744918"/>
                <a:gd name="connsiteY4" fmla="*/ 1806935 h 2744463"/>
                <a:gd name="connsiteX5" fmla="*/ 964691 w 1744918"/>
                <a:gd name="connsiteY5" fmla="*/ 1694889 h 2744463"/>
                <a:gd name="connsiteX6" fmla="*/ 820912 w 1744918"/>
                <a:gd name="connsiteY6" fmla="*/ 1613793 h 2744463"/>
                <a:gd name="connsiteX7" fmla="*/ 395452 w 1744918"/>
                <a:gd name="connsiteY7" fmla="*/ 1453168 h 2744463"/>
                <a:gd name="connsiteX8" fmla="*/ 390359 w 1744918"/>
                <a:gd name="connsiteY8" fmla="*/ 1451601 h 2744463"/>
                <a:gd name="connsiteX9" fmla="*/ 196042 w 1744918"/>
                <a:gd name="connsiteY9" fmla="*/ 1350133 h 2744463"/>
                <a:gd name="connsiteX10" fmla="*/ 51871 w 1744918"/>
                <a:gd name="connsiteY10" fmla="*/ 1191859 h 2744463"/>
                <a:gd name="connsiteX11" fmla="*/ 6034 w 1744918"/>
                <a:gd name="connsiteY11" fmla="*/ 1120557 h 2744463"/>
                <a:gd name="connsiteX12" fmla="*/ 107502 w 1744918"/>
                <a:gd name="connsiteY12" fmla="*/ 827515 h 2744463"/>
                <a:gd name="connsiteX13" fmla="*/ 401720 w 1744918"/>
                <a:gd name="connsiteY13" fmla="*/ 469830 h 2744463"/>
                <a:gd name="connsiteX14" fmla="*/ 805241 w 1744918"/>
                <a:gd name="connsiteY14" fmla="*/ 8328 h 2744463"/>
                <a:gd name="connsiteX15" fmla="*/ 830314 w 1744918"/>
                <a:gd name="connsiteY15" fmla="*/ 8719 h 2744463"/>
                <a:gd name="connsiteX16" fmla="*/ 952546 w 1744918"/>
                <a:gd name="connsiteY16" fmla="*/ 125466 h 2744463"/>
                <a:gd name="connsiteX17" fmla="*/ 1092799 w 1744918"/>
                <a:gd name="connsiteY17" fmla="*/ 242605 h 2744463"/>
                <a:gd name="connsiteX18" fmla="*/ 1126099 w 1744918"/>
                <a:gd name="connsiteY18" fmla="*/ 282957 h 2744463"/>
                <a:gd name="connsiteX19" fmla="*/ 979578 w 1744918"/>
                <a:gd name="connsiteY19" fmla="*/ 589711 h 2744463"/>
                <a:gd name="connsiteX20" fmla="*/ 869883 w 1744918"/>
                <a:gd name="connsiteY20" fmla="*/ 706067 h 2744463"/>
                <a:gd name="connsiteX21" fmla="*/ 790354 w 1744918"/>
                <a:gd name="connsiteY21" fmla="*/ 860423 h 2744463"/>
                <a:gd name="connsiteX22" fmla="*/ 797406 w 1744918"/>
                <a:gd name="connsiteY22" fmla="*/ 874527 h 2744463"/>
                <a:gd name="connsiteX23" fmla="*/ 848727 w 1744918"/>
                <a:gd name="connsiteY23" fmla="*/ 846711 h 2744463"/>
                <a:gd name="connsiteX24" fmla="*/ 902791 w 1744918"/>
                <a:gd name="connsiteY24" fmla="*/ 688829 h 2744463"/>
                <a:gd name="connsiteX25" fmla="*/ 952154 w 1744918"/>
                <a:gd name="connsiteY25" fmla="*/ 665323 h 2744463"/>
                <a:gd name="connsiteX26" fmla="*/ 1325117 w 1744918"/>
                <a:gd name="connsiteY26" fmla="*/ 734666 h 2744463"/>
                <a:gd name="connsiteX27" fmla="*/ 1413265 w 1744918"/>
                <a:gd name="connsiteY27" fmla="*/ 771884 h 2744463"/>
                <a:gd name="connsiteX28" fmla="*/ 1421101 w 1744918"/>
                <a:gd name="connsiteY28" fmla="*/ 748769 h 2744463"/>
                <a:gd name="connsiteX29" fmla="*/ 1453225 w 1744918"/>
                <a:gd name="connsiteY29" fmla="*/ 714685 h 2744463"/>
                <a:gd name="connsiteX30" fmla="*/ 1633831 w 1744918"/>
                <a:gd name="connsiteY30" fmla="*/ 551710 h 2744463"/>
                <a:gd name="connsiteX31" fmla="*/ 1703174 w 1744918"/>
                <a:gd name="connsiteY31" fmla="*/ 509791 h 2744463"/>
                <a:gd name="connsiteX32" fmla="*/ 1711009 w 1744918"/>
                <a:gd name="connsiteY32" fmla="*/ 633981 h 2744463"/>
                <a:gd name="connsiteX33" fmla="*/ 1743917 w 1744918"/>
                <a:gd name="connsiteY33" fmla="*/ 795782 h 2744463"/>
                <a:gd name="connsiteX34" fmla="*/ 1721978 w 1744918"/>
                <a:gd name="connsiteY34" fmla="*/ 957973 h 2744463"/>
                <a:gd name="connsiteX35" fmla="*/ 1660862 w 1744918"/>
                <a:gd name="connsiteY35" fmla="*/ 1311348 h 2744463"/>
                <a:gd name="connsiteX36" fmla="*/ 1618552 w 1744918"/>
                <a:gd name="connsiteY36" fmla="*/ 1567565 h 2744463"/>
                <a:gd name="connsiteX37" fmla="*/ 1597396 w 1744918"/>
                <a:gd name="connsiteY37" fmla="*/ 1695673 h 2744463"/>
                <a:gd name="connsiteX38" fmla="*/ 1636072 w 1744918"/>
                <a:gd name="connsiteY38" fmla="*/ 2744463 h 2744463"/>
                <a:gd name="connsiteX0" fmla="*/ 1636072 w 1744918"/>
                <a:gd name="connsiteY0" fmla="*/ 2744463 h 2744796"/>
                <a:gd name="connsiteX1" fmla="*/ 1413265 w 1744918"/>
                <a:gd name="connsiteY1" fmla="*/ 1809677 h 2744796"/>
                <a:gd name="connsiteX2" fmla="*/ 1019146 w 1744918"/>
                <a:gd name="connsiteY2" fmla="*/ 1807718 h 2744796"/>
                <a:gd name="connsiteX3" fmla="*/ 959989 w 1744918"/>
                <a:gd name="connsiteY3" fmla="*/ 1806935 h 2744796"/>
                <a:gd name="connsiteX4" fmla="*/ 964691 w 1744918"/>
                <a:gd name="connsiteY4" fmla="*/ 1694889 h 2744796"/>
                <a:gd name="connsiteX5" fmla="*/ 820912 w 1744918"/>
                <a:gd name="connsiteY5" fmla="*/ 1613793 h 2744796"/>
                <a:gd name="connsiteX6" fmla="*/ 395452 w 1744918"/>
                <a:gd name="connsiteY6" fmla="*/ 1453168 h 2744796"/>
                <a:gd name="connsiteX7" fmla="*/ 390359 w 1744918"/>
                <a:gd name="connsiteY7" fmla="*/ 1451601 h 2744796"/>
                <a:gd name="connsiteX8" fmla="*/ 196042 w 1744918"/>
                <a:gd name="connsiteY8" fmla="*/ 1350133 h 2744796"/>
                <a:gd name="connsiteX9" fmla="*/ 51871 w 1744918"/>
                <a:gd name="connsiteY9" fmla="*/ 1191859 h 2744796"/>
                <a:gd name="connsiteX10" fmla="*/ 6034 w 1744918"/>
                <a:gd name="connsiteY10" fmla="*/ 1120557 h 2744796"/>
                <a:gd name="connsiteX11" fmla="*/ 107502 w 1744918"/>
                <a:gd name="connsiteY11" fmla="*/ 827515 h 2744796"/>
                <a:gd name="connsiteX12" fmla="*/ 401720 w 1744918"/>
                <a:gd name="connsiteY12" fmla="*/ 469830 h 2744796"/>
                <a:gd name="connsiteX13" fmla="*/ 805241 w 1744918"/>
                <a:gd name="connsiteY13" fmla="*/ 8328 h 2744796"/>
                <a:gd name="connsiteX14" fmla="*/ 830314 w 1744918"/>
                <a:gd name="connsiteY14" fmla="*/ 8719 h 2744796"/>
                <a:gd name="connsiteX15" fmla="*/ 952546 w 1744918"/>
                <a:gd name="connsiteY15" fmla="*/ 125466 h 2744796"/>
                <a:gd name="connsiteX16" fmla="*/ 1092799 w 1744918"/>
                <a:gd name="connsiteY16" fmla="*/ 242605 h 2744796"/>
                <a:gd name="connsiteX17" fmla="*/ 1126099 w 1744918"/>
                <a:gd name="connsiteY17" fmla="*/ 282957 h 2744796"/>
                <a:gd name="connsiteX18" fmla="*/ 979578 w 1744918"/>
                <a:gd name="connsiteY18" fmla="*/ 589711 h 2744796"/>
                <a:gd name="connsiteX19" fmla="*/ 869883 w 1744918"/>
                <a:gd name="connsiteY19" fmla="*/ 706067 h 2744796"/>
                <a:gd name="connsiteX20" fmla="*/ 790354 w 1744918"/>
                <a:gd name="connsiteY20" fmla="*/ 860423 h 2744796"/>
                <a:gd name="connsiteX21" fmla="*/ 797406 w 1744918"/>
                <a:gd name="connsiteY21" fmla="*/ 874527 h 2744796"/>
                <a:gd name="connsiteX22" fmla="*/ 848727 w 1744918"/>
                <a:gd name="connsiteY22" fmla="*/ 846711 h 2744796"/>
                <a:gd name="connsiteX23" fmla="*/ 902791 w 1744918"/>
                <a:gd name="connsiteY23" fmla="*/ 688829 h 2744796"/>
                <a:gd name="connsiteX24" fmla="*/ 952154 w 1744918"/>
                <a:gd name="connsiteY24" fmla="*/ 665323 h 2744796"/>
                <a:gd name="connsiteX25" fmla="*/ 1325117 w 1744918"/>
                <a:gd name="connsiteY25" fmla="*/ 734666 h 2744796"/>
                <a:gd name="connsiteX26" fmla="*/ 1413265 w 1744918"/>
                <a:gd name="connsiteY26" fmla="*/ 771884 h 2744796"/>
                <a:gd name="connsiteX27" fmla="*/ 1421101 w 1744918"/>
                <a:gd name="connsiteY27" fmla="*/ 748769 h 2744796"/>
                <a:gd name="connsiteX28" fmla="*/ 1453225 w 1744918"/>
                <a:gd name="connsiteY28" fmla="*/ 714685 h 2744796"/>
                <a:gd name="connsiteX29" fmla="*/ 1633831 w 1744918"/>
                <a:gd name="connsiteY29" fmla="*/ 551710 h 2744796"/>
                <a:gd name="connsiteX30" fmla="*/ 1703174 w 1744918"/>
                <a:gd name="connsiteY30" fmla="*/ 509791 h 2744796"/>
                <a:gd name="connsiteX31" fmla="*/ 1711009 w 1744918"/>
                <a:gd name="connsiteY31" fmla="*/ 633981 h 2744796"/>
                <a:gd name="connsiteX32" fmla="*/ 1743917 w 1744918"/>
                <a:gd name="connsiteY32" fmla="*/ 795782 h 2744796"/>
                <a:gd name="connsiteX33" fmla="*/ 1721978 w 1744918"/>
                <a:gd name="connsiteY33" fmla="*/ 957973 h 2744796"/>
                <a:gd name="connsiteX34" fmla="*/ 1660862 w 1744918"/>
                <a:gd name="connsiteY34" fmla="*/ 1311348 h 2744796"/>
                <a:gd name="connsiteX35" fmla="*/ 1618552 w 1744918"/>
                <a:gd name="connsiteY35" fmla="*/ 1567565 h 2744796"/>
                <a:gd name="connsiteX36" fmla="*/ 1597396 w 1744918"/>
                <a:gd name="connsiteY36" fmla="*/ 1695673 h 2744796"/>
                <a:gd name="connsiteX37" fmla="*/ 1636072 w 1744918"/>
                <a:gd name="connsiteY37" fmla="*/ 2744463 h 2744796"/>
                <a:gd name="connsiteX0" fmla="*/ 1636072 w 1744918"/>
                <a:gd name="connsiteY0" fmla="*/ 2744463 h 2744785"/>
                <a:gd name="connsiteX1" fmla="*/ 1019146 w 1744918"/>
                <a:gd name="connsiteY1" fmla="*/ 1807718 h 2744785"/>
                <a:gd name="connsiteX2" fmla="*/ 959989 w 1744918"/>
                <a:gd name="connsiteY2" fmla="*/ 1806935 h 2744785"/>
                <a:gd name="connsiteX3" fmla="*/ 964691 w 1744918"/>
                <a:gd name="connsiteY3" fmla="*/ 1694889 h 2744785"/>
                <a:gd name="connsiteX4" fmla="*/ 820912 w 1744918"/>
                <a:gd name="connsiteY4" fmla="*/ 1613793 h 2744785"/>
                <a:gd name="connsiteX5" fmla="*/ 395452 w 1744918"/>
                <a:gd name="connsiteY5" fmla="*/ 1453168 h 2744785"/>
                <a:gd name="connsiteX6" fmla="*/ 390359 w 1744918"/>
                <a:gd name="connsiteY6" fmla="*/ 1451601 h 2744785"/>
                <a:gd name="connsiteX7" fmla="*/ 196042 w 1744918"/>
                <a:gd name="connsiteY7" fmla="*/ 1350133 h 2744785"/>
                <a:gd name="connsiteX8" fmla="*/ 51871 w 1744918"/>
                <a:gd name="connsiteY8" fmla="*/ 1191859 h 2744785"/>
                <a:gd name="connsiteX9" fmla="*/ 6034 w 1744918"/>
                <a:gd name="connsiteY9" fmla="*/ 1120557 h 2744785"/>
                <a:gd name="connsiteX10" fmla="*/ 107502 w 1744918"/>
                <a:gd name="connsiteY10" fmla="*/ 827515 h 2744785"/>
                <a:gd name="connsiteX11" fmla="*/ 401720 w 1744918"/>
                <a:gd name="connsiteY11" fmla="*/ 469830 h 2744785"/>
                <a:gd name="connsiteX12" fmla="*/ 805241 w 1744918"/>
                <a:gd name="connsiteY12" fmla="*/ 8328 h 2744785"/>
                <a:gd name="connsiteX13" fmla="*/ 830314 w 1744918"/>
                <a:gd name="connsiteY13" fmla="*/ 8719 h 2744785"/>
                <a:gd name="connsiteX14" fmla="*/ 952546 w 1744918"/>
                <a:gd name="connsiteY14" fmla="*/ 125466 h 2744785"/>
                <a:gd name="connsiteX15" fmla="*/ 1092799 w 1744918"/>
                <a:gd name="connsiteY15" fmla="*/ 242605 h 2744785"/>
                <a:gd name="connsiteX16" fmla="*/ 1126099 w 1744918"/>
                <a:gd name="connsiteY16" fmla="*/ 282957 h 2744785"/>
                <a:gd name="connsiteX17" fmla="*/ 979578 w 1744918"/>
                <a:gd name="connsiteY17" fmla="*/ 589711 h 2744785"/>
                <a:gd name="connsiteX18" fmla="*/ 869883 w 1744918"/>
                <a:gd name="connsiteY18" fmla="*/ 706067 h 2744785"/>
                <a:gd name="connsiteX19" fmla="*/ 790354 w 1744918"/>
                <a:gd name="connsiteY19" fmla="*/ 860423 h 2744785"/>
                <a:gd name="connsiteX20" fmla="*/ 797406 w 1744918"/>
                <a:gd name="connsiteY20" fmla="*/ 874527 h 2744785"/>
                <a:gd name="connsiteX21" fmla="*/ 848727 w 1744918"/>
                <a:gd name="connsiteY21" fmla="*/ 846711 h 2744785"/>
                <a:gd name="connsiteX22" fmla="*/ 902791 w 1744918"/>
                <a:gd name="connsiteY22" fmla="*/ 688829 h 2744785"/>
                <a:gd name="connsiteX23" fmla="*/ 952154 w 1744918"/>
                <a:gd name="connsiteY23" fmla="*/ 665323 h 2744785"/>
                <a:gd name="connsiteX24" fmla="*/ 1325117 w 1744918"/>
                <a:gd name="connsiteY24" fmla="*/ 734666 h 2744785"/>
                <a:gd name="connsiteX25" fmla="*/ 1413265 w 1744918"/>
                <a:gd name="connsiteY25" fmla="*/ 771884 h 2744785"/>
                <a:gd name="connsiteX26" fmla="*/ 1421101 w 1744918"/>
                <a:gd name="connsiteY26" fmla="*/ 748769 h 2744785"/>
                <a:gd name="connsiteX27" fmla="*/ 1453225 w 1744918"/>
                <a:gd name="connsiteY27" fmla="*/ 714685 h 2744785"/>
                <a:gd name="connsiteX28" fmla="*/ 1633831 w 1744918"/>
                <a:gd name="connsiteY28" fmla="*/ 551710 h 2744785"/>
                <a:gd name="connsiteX29" fmla="*/ 1703174 w 1744918"/>
                <a:gd name="connsiteY29" fmla="*/ 509791 h 2744785"/>
                <a:gd name="connsiteX30" fmla="*/ 1711009 w 1744918"/>
                <a:gd name="connsiteY30" fmla="*/ 633981 h 2744785"/>
                <a:gd name="connsiteX31" fmla="*/ 1743917 w 1744918"/>
                <a:gd name="connsiteY31" fmla="*/ 795782 h 2744785"/>
                <a:gd name="connsiteX32" fmla="*/ 1721978 w 1744918"/>
                <a:gd name="connsiteY32" fmla="*/ 957973 h 2744785"/>
                <a:gd name="connsiteX33" fmla="*/ 1660862 w 1744918"/>
                <a:gd name="connsiteY33" fmla="*/ 1311348 h 2744785"/>
                <a:gd name="connsiteX34" fmla="*/ 1618552 w 1744918"/>
                <a:gd name="connsiteY34" fmla="*/ 1567565 h 2744785"/>
                <a:gd name="connsiteX35" fmla="*/ 1597396 w 1744918"/>
                <a:gd name="connsiteY35" fmla="*/ 1695673 h 2744785"/>
                <a:gd name="connsiteX36" fmla="*/ 1636072 w 1744918"/>
                <a:gd name="connsiteY36" fmla="*/ 2744463 h 2744785"/>
                <a:gd name="connsiteX0" fmla="*/ 1636072 w 1744918"/>
                <a:gd name="connsiteY0" fmla="*/ 2744463 h 2744787"/>
                <a:gd name="connsiteX1" fmla="*/ 959989 w 1744918"/>
                <a:gd name="connsiteY1" fmla="*/ 1806935 h 2744787"/>
                <a:gd name="connsiteX2" fmla="*/ 964691 w 1744918"/>
                <a:gd name="connsiteY2" fmla="*/ 1694889 h 2744787"/>
                <a:gd name="connsiteX3" fmla="*/ 820912 w 1744918"/>
                <a:gd name="connsiteY3" fmla="*/ 1613793 h 2744787"/>
                <a:gd name="connsiteX4" fmla="*/ 395452 w 1744918"/>
                <a:gd name="connsiteY4" fmla="*/ 1453168 h 2744787"/>
                <a:gd name="connsiteX5" fmla="*/ 390359 w 1744918"/>
                <a:gd name="connsiteY5" fmla="*/ 1451601 h 2744787"/>
                <a:gd name="connsiteX6" fmla="*/ 196042 w 1744918"/>
                <a:gd name="connsiteY6" fmla="*/ 1350133 h 2744787"/>
                <a:gd name="connsiteX7" fmla="*/ 51871 w 1744918"/>
                <a:gd name="connsiteY7" fmla="*/ 1191859 h 2744787"/>
                <a:gd name="connsiteX8" fmla="*/ 6034 w 1744918"/>
                <a:gd name="connsiteY8" fmla="*/ 1120557 h 2744787"/>
                <a:gd name="connsiteX9" fmla="*/ 107502 w 1744918"/>
                <a:gd name="connsiteY9" fmla="*/ 827515 h 2744787"/>
                <a:gd name="connsiteX10" fmla="*/ 401720 w 1744918"/>
                <a:gd name="connsiteY10" fmla="*/ 469830 h 2744787"/>
                <a:gd name="connsiteX11" fmla="*/ 805241 w 1744918"/>
                <a:gd name="connsiteY11" fmla="*/ 8328 h 2744787"/>
                <a:gd name="connsiteX12" fmla="*/ 830314 w 1744918"/>
                <a:gd name="connsiteY12" fmla="*/ 8719 h 2744787"/>
                <a:gd name="connsiteX13" fmla="*/ 952546 w 1744918"/>
                <a:gd name="connsiteY13" fmla="*/ 125466 h 2744787"/>
                <a:gd name="connsiteX14" fmla="*/ 1092799 w 1744918"/>
                <a:gd name="connsiteY14" fmla="*/ 242605 h 2744787"/>
                <a:gd name="connsiteX15" fmla="*/ 1126099 w 1744918"/>
                <a:gd name="connsiteY15" fmla="*/ 282957 h 2744787"/>
                <a:gd name="connsiteX16" fmla="*/ 979578 w 1744918"/>
                <a:gd name="connsiteY16" fmla="*/ 589711 h 2744787"/>
                <a:gd name="connsiteX17" fmla="*/ 869883 w 1744918"/>
                <a:gd name="connsiteY17" fmla="*/ 706067 h 2744787"/>
                <a:gd name="connsiteX18" fmla="*/ 790354 w 1744918"/>
                <a:gd name="connsiteY18" fmla="*/ 860423 h 2744787"/>
                <a:gd name="connsiteX19" fmla="*/ 797406 w 1744918"/>
                <a:gd name="connsiteY19" fmla="*/ 874527 h 2744787"/>
                <a:gd name="connsiteX20" fmla="*/ 848727 w 1744918"/>
                <a:gd name="connsiteY20" fmla="*/ 846711 h 2744787"/>
                <a:gd name="connsiteX21" fmla="*/ 902791 w 1744918"/>
                <a:gd name="connsiteY21" fmla="*/ 688829 h 2744787"/>
                <a:gd name="connsiteX22" fmla="*/ 952154 w 1744918"/>
                <a:gd name="connsiteY22" fmla="*/ 665323 h 2744787"/>
                <a:gd name="connsiteX23" fmla="*/ 1325117 w 1744918"/>
                <a:gd name="connsiteY23" fmla="*/ 734666 h 2744787"/>
                <a:gd name="connsiteX24" fmla="*/ 1413265 w 1744918"/>
                <a:gd name="connsiteY24" fmla="*/ 771884 h 2744787"/>
                <a:gd name="connsiteX25" fmla="*/ 1421101 w 1744918"/>
                <a:gd name="connsiteY25" fmla="*/ 748769 h 2744787"/>
                <a:gd name="connsiteX26" fmla="*/ 1453225 w 1744918"/>
                <a:gd name="connsiteY26" fmla="*/ 714685 h 2744787"/>
                <a:gd name="connsiteX27" fmla="*/ 1633831 w 1744918"/>
                <a:gd name="connsiteY27" fmla="*/ 551710 h 2744787"/>
                <a:gd name="connsiteX28" fmla="*/ 1703174 w 1744918"/>
                <a:gd name="connsiteY28" fmla="*/ 509791 h 2744787"/>
                <a:gd name="connsiteX29" fmla="*/ 1711009 w 1744918"/>
                <a:gd name="connsiteY29" fmla="*/ 633981 h 2744787"/>
                <a:gd name="connsiteX30" fmla="*/ 1743917 w 1744918"/>
                <a:gd name="connsiteY30" fmla="*/ 795782 h 2744787"/>
                <a:gd name="connsiteX31" fmla="*/ 1721978 w 1744918"/>
                <a:gd name="connsiteY31" fmla="*/ 957973 h 2744787"/>
                <a:gd name="connsiteX32" fmla="*/ 1660862 w 1744918"/>
                <a:gd name="connsiteY32" fmla="*/ 1311348 h 2744787"/>
                <a:gd name="connsiteX33" fmla="*/ 1618552 w 1744918"/>
                <a:gd name="connsiteY33" fmla="*/ 1567565 h 2744787"/>
                <a:gd name="connsiteX34" fmla="*/ 1597396 w 1744918"/>
                <a:gd name="connsiteY34" fmla="*/ 1695673 h 2744787"/>
                <a:gd name="connsiteX35" fmla="*/ 1636072 w 1744918"/>
                <a:gd name="connsiteY35" fmla="*/ 2744463 h 2744787"/>
                <a:gd name="connsiteX0" fmla="*/ 1636072 w 1744918"/>
                <a:gd name="connsiteY0" fmla="*/ 2744463 h 2800429"/>
                <a:gd name="connsiteX1" fmla="*/ 969485 w 1744918"/>
                <a:gd name="connsiteY1" fmla="*/ 2705866 h 2800429"/>
                <a:gd name="connsiteX2" fmla="*/ 964691 w 1744918"/>
                <a:gd name="connsiteY2" fmla="*/ 1694889 h 2800429"/>
                <a:gd name="connsiteX3" fmla="*/ 820912 w 1744918"/>
                <a:gd name="connsiteY3" fmla="*/ 1613793 h 2800429"/>
                <a:gd name="connsiteX4" fmla="*/ 395452 w 1744918"/>
                <a:gd name="connsiteY4" fmla="*/ 1453168 h 2800429"/>
                <a:gd name="connsiteX5" fmla="*/ 390359 w 1744918"/>
                <a:gd name="connsiteY5" fmla="*/ 1451601 h 2800429"/>
                <a:gd name="connsiteX6" fmla="*/ 196042 w 1744918"/>
                <a:gd name="connsiteY6" fmla="*/ 1350133 h 2800429"/>
                <a:gd name="connsiteX7" fmla="*/ 51871 w 1744918"/>
                <a:gd name="connsiteY7" fmla="*/ 1191859 h 2800429"/>
                <a:gd name="connsiteX8" fmla="*/ 6034 w 1744918"/>
                <a:gd name="connsiteY8" fmla="*/ 1120557 h 2800429"/>
                <a:gd name="connsiteX9" fmla="*/ 107502 w 1744918"/>
                <a:gd name="connsiteY9" fmla="*/ 827515 h 2800429"/>
                <a:gd name="connsiteX10" fmla="*/ 401720 w 1744918"/>
                <a:gd name="connsiteY10" fmla="*/ 469830 h 2800429"/>
                <a:gd name="connsiteX11" fmla="*/ 805241 w 1744918"/>
                <a:gd name="connsiteY11" fmla="*/ 8328 h 2800429"/>
                <a:gd name="connsiteX12" fmla="*/ 830314 w 1744918"/>
                <a:gd name="connsiteY12" fmla="*/ 8719 h 2800429"/>
                <a:gd name="connsiteX13" fmla="*/ 952546 w 1744918"/>
                <a:gd name="connsiteY13" fmla="*/ 125466 h 2800429"/>
                <a:gd name="connsiteX14" fmla="*/ 1092799 w 1744918"/>
                <a:gd name="connsiteY14" fmla="*/ 242605 h 2800429"/>
                <a:gd name="connsiteX15" fmla="*/ 1126099 w 1744918"/>
                <a:gd name="connsiteY15" fmla="*/ 282957 h 2800429"/>
                <a:gd name="connsiteX16" fmla="*/ 979578 w 1744918"/>
                <a:gd name="connsiteY16" fmla="*/ 589711 h 2800429"/>
                <a:gd name="connsiteX17" fmla="*/ 869883 w 1744918"/>
                <a:gd name="connsiteY17" fmla="*/ 706067 h 2800429"/>
                <a:gd name="connsiteX18" fmla="*/ 790354 w 1744918"/>
                <a:gd name="connsiteY18" fmla="*/ 860423 h 2800429"/>
                <a:gd name="connsiteX19" fmla="*/ 797406 w 1744918"/>
                <a:gd name="connsiteY19" fmla="*/ 874527 h 2800429"/>
                <a:gd name="connsiteX20" fmla="*/ 848727 w 1744918"/>
                <a:gd name="connsiteY20" fmla="*/ 846711 h 2800429"/>
                <a:gd name="connsiteX21" fmla="*/ 902791 w 1744918"/>
                <a:gd name="connsiteY21" fmla="*/ 688829 h 2800429"/>
                <a:gd name="connsiteX22" fmla="*/ 952154 w 1744918"/>
                <a:gd name="connsiteY22" fmla="*/ 665323 h 2800429"/>
                <a:gd name="connsiteX23" fmla="*/ 1325117 w 1744918"/>
                <a:gd name="connsiteY23" fmla="*/ 734666 h 2800429"/>
                <a:gd name="connsiteX24" fmla="*/ 1413265 w 1744918"/>
                <a:gd name="connsiteY24" fmla="*/ 771884 h 2800429"/>
                <a:gd name="connsiteX25" fmla="*/ 1421101 w 1744918"/>
                <a:gd name="connsiteY25" fmla="*/ 748769 h 2800429"/>
                <a:gd name="connsiteX26" fmla="*/ 1453225 w 1744918"/>
                <a:gd name="connsiteY26" fmla="*/ 714685 h 2800429"/>
                <a:gd name="connsiteX27" fmla="*/ 1633831 w 1744918"/>
                <a:gd name="connsiteY27" fmla="*/ 551710 h 2800429"/>
                <a:gd name="connsiteX28" fmla="*/ 1703174 w 1744918"/>
                <a:gd name="connsiteY28" fmla="*/ 509791 h 2800429"/>
                <a:gd name="connsiteX29" fmla="*/ 1711009 w 1744918"/>
                <a:gd name="connsiteY29" fmla="*/ 633981 h 2800429"/>
                <a:gd name="connsiteX30" fmla="*/ 1743917 w 1744918"/>
                <a:gd name="connsiteY30" fmla="*/ 795782 h 2800429"/>
                <a:gd name="connsiteX31" fmla="*/ 1721978 w 1744918"/>
                <a:gd name="connsiteY31" fmla="*/ 957973 h 2800429"/>
                <a:gd name="connsiteX32" fmla="*/ 1660862 w 1744918"/>
                <a:gd name="connsiteY32" fmla="*/ 1311348 h 2800429"/>
                <a:gd name="connsiteX33" fmla="*/ 1618552 w 1744918"/>
                <a:gd name="connsiteY33" fmla="*/ 1567565 h 2800429"/>
                <a:gd name="connsiteX34" fmla="*/ 1597396 w 1744918"/>
                <a:gd name="connsiteY34" fmla="*/ 1695673 h 2800429"/>
                <a:gd name="connsiteX35" fmla="*/ 1636072 w 1744918"/>
                <a:gd name="connsiteY35" fmla="*/ 2744463 h 2800429"/>
                <a:gd name="connsiteX0" fmla="*/ 1636072 w 1744918"/>
                <a:gd name="connsiteY0" fmla="*/ 2744463 h 2748763"/>
                <a:gd name="connsiteX1" fmla="*/ 969485 w 1744918"/>
                <a:gd name="connsiteY1" fmla="*/ 2705866 h 2748763"/>
                <a:gd name="connsiteX2" fmla="*/ 964691 w 1744918"/>
                <a:gd name="connsiteY2" fmla="*/ 1694889 h 2748763"/>
                <a:gd name="connsiteX3" fmla="*/ 820912 w 1744918"/>
                <a:gd name="connsiteY3" fmla="*/ 1613793 h 2748763"/>
                <a:gd name="connsiteX4" fmla="*/ 395452 w 1744918"/>
                <a:gd name="connsiteY4" fmla="*/ 1453168 h 2748763"/>
                <a:gd name="connsiteX5" fmla="*/ 390359 w 1744918"/>
                <a:gd name="connsiteY5" fmla="*/ 1451601 h 2748763"/>
                <a:gd name="connsiteX6" fmla="*/ 196042 w 1744918"/>
                <a:gd name="connsiteY6" fmla="*/ 1350133 h 2748763"/>
                <a:gd name="connsiteX7" fmla="*/ 51871 w 1744918"/>
                <a:gd name="connsiteY7" fmla="*/ 1191859 h 2748763"/>
                <a:gd name="connsiteX8" fmla="*/ 6034 w 1744918"/>
                <a:gd name="connsiteY8" fmla="*/ 1120557 h 2748763"/>
                <a:gd name="connsiteX9" fmla="*/ 107502 w 1744918"/>
                <a:gd name="connsiteY9" fmla="*/ 827515 h 2748763"/>
                <a:gd name="connsiteX10" fmla="*/ 401720 w 1744918"/>
                <a:gd name="connsiteY10" fmla="*/ 469830 h 2748763"/>
                <a:gd name="connsiteX11" fmla="*/ 805241 w 1744918"/>
                <a:gd name="connsiteY11" fmla="*/ 8328 h 2748763"/>
                <a:gd name="connsiteX12" fmla="*/ 830314 w 1744918"/>
                <a:gd name="connsiteY12" fmla="*/ 8719 h 2748763"/>
                <a:gd name="connsiteX13" fmla="*/ 952546 w 1744918"/>
                <a:gd name="connsiteY13" fmla="*/ 125466 h 2748763"/>
                <a:gd name="connsiteX14" fmla="*/ 1092799 w 1744918"/>
                <a:gd name="connsiteY14" fmla="*/ 242605 h 2748763"/>
                <a:gd name="connsiteX15" fmla="*/ 1126099 w 1744918"/>
                <a:gd name="connsiteY15" fmla="*/ 282957 h 2748763"/>
                <a:gd name="connsiteX16" fmla="*/ 979578 w 1744918"/>
                <a:gd name="connsiteY16" fmla="*/ 589711 h 2748763"/>
                <a:gd name="connsiteX17" fmla="*/ 869883 w 1744918"/>
                <a:gd name="connsiteY17" fmla="*/ 706067 h 2748763"/>
                <a:gd name="connsiteX18" fmla="*/ 790354 w 1744918"/>
                <a:gd name="connsiteY18" fmla="*/ 860423 h 2748763"/>
                <a:gd name="connsiteX19" fmla="*/ 797406 w 1744918"/>
                <a:gd name="connsiteY19" fmla="*/ 874527 h 2748763"/>
                <a:gd name="connsiteX20" fmla="*/ 848727 w 1744918"/>
                <a:gd name="connsiteY20" fmla="*/ 846711 h 2748763"/>
                <a:gd name="connsiteX21" fmla="*/ 902791 w 1744918"/>
                <a:gd name="connsiteY21" fmla="*/ 688829 h 2748763"/>
                <a:gd name="connsiteX22" fmla="*/ 952154 w 1744918"/>
                <a:gd name="connsiteY22" fmla="*/ 665323 h 2748763"/>
                <a:gd name="connsiteX23" fmla="*/ 1325117 w 1744918"/>
                <a:gd name="connsiteY23" fmla="*/ 734666 h 2748763"/>
                <a:gd name="connsiteX24" fmla="*/ 1413265 w 1744918"/>
                <a:gd name="connsiteY24" fmla="*/ 771884 h 2748763"/>
                <a:gd name="connsiteX25" fmla="*/ 1421101 w 1744918"/>
                <a:gd name="connsiteY25" fmla="*/ 748769 h 2748763"/>
                <a:gd name="connsiteX26" fmla="*/ 1453225 w 1744918"/>
                <a:gd name="connsiteY26" fmla="*/ 714685 h 2748763"/>
                <a:gd name="connsiteX27" fmla="*/ 1633831 w 1744918"/>
                <a:gd name="connsiteY27" fmla="*/ 551710 h 2748763"/>
                <a:gd name="connsiteX28" fmla="*/ 1703174 w 1744918"/>
                <a:gd name="connsiteY28" fmla="*/ 509791 h 2748763"/>
                <a:gd name="connsiteX29" fmla="*/ 1711009 w 1744918"/>
                <a:gd name="connsiteY29" fmla="*/ 633981 h 2748763"/>
                <a:gd name="connsiteX30" fmla="*/ 1743917 w 1744918"/>
                <a:gd name="connsiteY30" fmla="*/ 795782 h 2748763"/>
                <a:gd name="connsiteX31" fmla="*/ 1721978 w 1744918"/>
                <a:gd name="connsiteY31" fmla="*/ 957973 h 2748763"/>
                <a:gd name="connsiteX32" fmla="*/ 1660862 w 1744918"/>
                <a:gd name="connsiteY32" fmla="*/ 1311348 h 2748763"/>
                <a:gd name="connsiteX33" fmla="*/ 1618552 w 1744918"/>
                <a:gd name="connsiteY33" fmla="*/ 1567565 h 2748763"/>
                <a:gd name="connsiteX34" fmla="*/ 1597396 w 1744918"/>
                <a:gd name="connsiteY34" fmla="*/ 1695673 h 2748763"/>
                <a:gd name="connsiteX35" fmla="*/ 1636072 w 1744918"/>
                <a:gd name="connsiteY35" fmla="*/ 2744463 h 2748763"/>
                <a:gd name="connsiteX0" fmla="*/ 1632907 w 1744918"/>
                <a:gd name="connsiteY0" fmla="*/ 2725471 h 2731694"/>
                <a:gd name="connsiteX1" fmla="*/ 969485 w 1744918"/>
                <a:gd name="connsiteY1" fmla="*/ 2705866 h 2731694"/>
                <a:gd name="connsiteX2" fmla="*/ 964691 w 1744918"/>
                <a:gd name="connsiteY2" fmla="*/ 1694889 h 2731694"/>
                <a:gd name="connsiteX3" fmla="*/ 820912 w 1744918"/>
                <a:gd name="connsiteY3" fmla="*/ 1613793 h 2731694"/>
                <a:gd name="connsiteX4" fmla="*/ 395452 w 1744918"/>
                <a:gd name="connsiteY4" fmla="*/ 1453168 h 2731694"/>
                <a:gd name="connsiteX5" fmla="*/ 390359 w 1744918"/>
                <a:gd name="connsiteY5" fmla="*/ 1451601 h 2731694"/>
                <a:gd name="connsiteX6" fmla="*/ 196042 w 1744918"/>
                <a:gd name="connsiteY6" fmla="*/ 1350133 h 2731694"/>
                <a:gd name="connsiteX7" fmla="*/ 51871 w 1744918"/>
                <a:gd name="connsiteY7" fmla="*/ 1191859 h 2731694"/>
                <a:gd name="connsiteX8" fmla="*/ 6034 w 1744918"/>
                <a:gd name="connsiteY8" fmla="*/ 1120557 h 2731694"/>
                <a:gd name="connsiteX9" fmla="*/ 107502 w 1744918"/>
                <a:gd name="connsiteY9" fmla="*/ 827515 h 2731694"/>
                <a:gd name="connsiteX10" fmla="*/ 401720 w 1744918"/>
                <a:gd name="connsiteY10" fmla="*/ 469830 h 2731694"/>
                <a:gd name="connsiteX11" fmla="*/ 805241 w 1744918"/>
                <a:gd name="connsiteY11" fmla="*/ 8328 h 2731694"/>
                <a:gd name="connsiteX12" fmla="*/ 830314 w 1744918"/>
                <a:gd name="connsiteY12" fmla="*/ 8719 h 2731694"/>
                <a:gd name="connsiteX13" fmla="*/ 952546 w 1744918"/>
                <a:gd name="connsiteY13" fmla="*/ 125466 h 2731694"/>
                <a:gd name="connsiteX14" fmla="*/ 1092799 w 1744918"/>
                <a:gd name="connsiteY14" fmla="*/ 242605 h 2731694"/>
                <a:gd name="connsiteX15" fmla="*/ 1126099 w 1744918"/>
                <a:gd name="connsiteY15" fmla="*/ 282957 h 2731694"/>
                <a:gd name="connsiteX16" fmla="*/ 979578 w 1744918"/>
                <a:gd name="connsiteY16" fmla="*/ 589711 h 2731694"/>
                <a:gd name="connsiteX17" fmla="*/ 869883 w 1744918"/>
                <a:gd name="connsiteY17" fmla="*/ 706067 h 2731694"/>
                <a:gd name="connsiteX18" fmla="*/ 790354 w 1744918"/>
                <a:gd name="connsiteY18" fmla="*/ 860423 h 2731694"/>
                <a:gd name="connsiteX19" fmla="*/ 797406 w 1744918"/>
                <a:gd name="connsiteY19" fmla="*/ 874527 h 2731694"/>
                <a:gd name="connsiteX20" fmla="*/ 848727 w 1744918"/>
                <a:gd name="connsiteY20" fmla="*/ 846711 h 2731694"/>
                <a:gd name="connsiteX21" fmla="*/ 902791 w 1744918"/>
                <a:gd name="connsiteY21" fmla="*/ 688829 h 2731694"/>
                <a:gd name="connsiteX22" fmla="*/ 952154 w 1744918"/>
                <a:gd name="connsiteY22" fmla="*/ 665323 h 2731694"/>
                <a:gd name="connsiteX23" fmla="*/ 1325117 w 1744918"/>
                <a:gd name="connsiteY23" fmla="*/ 734666 h 2731694"/>
                <a:gd name="connsiteX24" fmla="*/ 1413265 w 1744918"/>
                <a:gd name="connsiteY24" fmla="*/ 771884 h 2731694"/>
                <a:gd name="connsiteX25" fmla="*/ 1421101 w 1744918"/>
                <a:gd name="connsiteY25" fmla="*/ 748769 h 2731694"/>
                <a:gd name="connsiteX26" fmla="*/ 1453225 w 1744918"/>
                <a:gd name="connsiteY26" fmla="*/ 714685 h 2731694"/>
                <a:gd name="connsiteX27" fmla="*/ 1633831 w 1744918"/>
                <a:gd name="connsiteY27" fmla="*/ 551710 h 2731694"/>
                <a:gd name="connsiteX28" fmla="*/ 1703174 w 1744918"/>
                <a:gd name="connsiteY28" fmla="*/ 509791 h 2731694"/>
                <a:gd name="connsiteX29" fmla="*/ 1711009 w 1744918"/>
                <a:gd name="connsiteY29" fmla="*/ 633981 h 2731694"/>
                <a:gd name="connsiteX30" fmla="*/ 1743917 w 1744918"/>
                <a:gd name="connsiteY30" fmla="*/ 795782 h 2731694"/>
                <a:gd name="connsiteX31" fmla="*/ 1721978 w 1744918"/>
                <a:gd name="connsiteY31" fmla="*/ 957973 h 2731694"/>
                <a:gd name="connsiteX32" fmla="*/ 1660862 w 1744918"/>
                <a:gd name="connsiteY32" fmla="*/ 1311348 h 2731694"/>
                <a:gd name="connsiteX33" fmla="*/ 1618552 w 1744918"/>
                <a:gd name="connsiteY33" fmla="*/ 1567565 h 2731694"/>
                <a:gd name="connsiteX34" fmla="*/ 1597396 w 1744918"/>
                <a:gd name="connsiteY34" fmla="*/ 1695673 h 2731694"/>
                <a:gd name="connsiteX35" fmla="*/ 1632907 w 1744918"/>
                <a:gd name="connsiteY35" fmla="*/ 2725471 h 2731694"/>
                <a:gd name="connsiteX0" fmla="*/ 1632907 w 1744918"/>
                <a:gd name="connsiteY0" fmla="*/ 2725471 h 2735151"/>
                <a:gd name="connsiteX1" fmla="*/ 966320 w 1744918"/>
                <a:gd name="connsiteY1" fmla="*/ 2721693 h 2735151"/>
                <a:gd name="connsiteX2" fmla="*/ 964691 w 1744918"/>
                <a:gd name="connsiteY2" fmla="*/ 1694889 h 2735151"/>
                <a:gd name="connsiteX3" fmla="*/ 820912 w 1744918"/>
                <a:gd name="connsiteY3" fmla="*/ 1613793 h 2735151"/>
                <a:gd name="connsiteX4" fmla="*/ 395452 w 1744918"/>
                <a:gd name="connsiteY4" fmla="*/ 1453168 h 2735151"/>
                <a:gd name="connsiteX5" fmla="*/ 390359 w 1744918"/>
                <a:gd name="connsiteY5" fmla="*/ 1451601 h 2735151"/>
                <a:gd name="connsiteX6" fmla="*/ 196042 w 1744918"/>
                <a:gd name="connsiteY6" fmla="*/ 1350133 h 2735151"/>
                <a:gd name="connsiteX7" fmla="*/ 51871 w 1744918"/>
                <a:gd name="connsiteY7" fmla="*/ 1191859 h 2735151"/>
                <a:gd name="connsiteX8" fmla="*/ 6034 w 1744918"/>
                <a:gd name="connsiteY8" fmla="*/ 1120557 h 2735151"/>
                <a:gd name="connsiteX9" fmla="*/ 107502 w 1744918"/>
                <a:gd name="connsiteY9" fmla="*/ 827515 h 2735151"/>
                <a:gd name="connsiteX10" fmla="*/ 401720 w 1744918"/>
                <a:gd name="connsiteY10" fmla="*/ 469830 h 2735151"/>
                <a:gd name="connsiteX11" fmla="*/ 805241 w 1744918"/>
                <a:gd name="connsiteY11" fmla="*/ 8328 h 2735151"/>
                <a:gd name="connsiteX12" fmla="*/ 830314 w 1744918"/>
                <a:gd name="connsiteY12" fmla="*/ 8719 h 2735151"/>
                <a:gd name="connsiteX13" fmla="*/ 952546 w 1744918"/>
                <a:gd name="connsiteY13" fmla="*/ 125466 h 2735151"/>
                <a:gd name="connsiteX14" fmla="*/ 1092799 w 1744918"/>
                <a:gd name="connsiteY14" fmla="*/ 242605 h 2735151"/>
                <a:gd name="connsiteX15" fmla="*/ 1126099 w 1744918"/>
                <a:gd name="connsiteY15" fmla="*/ 282957 h 2735151"/>
                <a:gd name="connsiteX16" fmla="*/ 979578 w 1744918"/>
                <a:gd name="connsiteY16" fmla="*/ 589711 h 2735151"/>
                <a:gd name="connsiteX17" fmla="*/ 869883 w 1744918"/>
                <a:gd name="connsiteY17" fmla="*/ 706067 h 2735151"/>
                <a:gd name="connsiteX18" fmla="*/ 790354 w 1744918"/>
                <a:gd name="connsiteY18" fmla="*/ 860423 h 2735151"/>
                <a:gd name="connsiteX19" fmla="*/ 797406 w 1744918"/>
                <a:gd name="connsiteY19" fmla="*/ 874527 h 2735151"/>
                <a:gd name="connsiteX20" fmla="*/ 848727 w 1744918"/>
                <a:gd name="connsiteY20" fmla="*/ 846711 h 2735151"/>
                <a:gd name="connsiteX21" fmla="*/ 902791 w 1744918"/>
                <a:gd name="connsiteY21" fmla="*/ 688829 h 2735151"/>
                <a:gd name="connsiteX22" fmla="*/ 952154 w 1744918"/>
                <a:gd name="connsiteY22" fmla="*/ 665323 h 2735151"/>
                <a:gd name="connsiteX23" fmla="*/ 1325117 w 1744918"/>
                <a:gd name="connsiteY23" fmla="*/ 734666 h 2735151"/>
                <a:gd name="connsiteX24" fmla="*/ 1413265 w 1744918"/>
                <a:gd name="connsiteY24" fmla="*/ 771884 h 2735151"/>
                <a:gd name="connsiteX25" fmla="*/ 1421101 w 1744918"/>
                <a:gd name="connsiteY25" fmla="*/ 748769 h 2735151"/>
                <a:gd name="connsiteX26" fmla="*/ 1453225 w 1744918"/>
                <a:gd name="connsiteY26" fmla="*/ 714685 h 2735151"/>
                <a:gd name="connsiteX27" fmla="*/ 1633831 w 1744918"/>
                <a:gd name="connsiteY27" fmla="*/ 551710 h 2735151"/>
                <a:gd name="connsiteX28" fmla="*/ 1703174 w 1744918"/>
                <a:gd name="connsiteY28" fmla="*/ 509791 h 2735151"/>
                <a:gd name="connsiteX29" fmla="*/ 1711009 w 1744918"/>
                <a:gd name="connsiteY29" fmla="*/ 633981 h 2735151"/>
                <a:gd name="connsiteX30" fmla="*/ 1743917 w 1744918"/>
                <a:gd name="connsiteY30" fmla="*/ 795782 h 2735151"/>
                <a:gd name="connsiteX31" fmla="*/ 1721978 w 1744918"/>
                <a:gd name="connsiteY31" fmla="*/ 957973 h 2735151"/>
                <a:gd name="connsiteX32" fmla="*/ 1660862 w 1744918"/>
                <a:gd name="connsiteY32" fmla="*/ 1311348 h 2735151"/>
                <a:gd name="connsiteX33" fmla="*/ 1618552 w 1744918"/>
                <a:gd name="connsiteY33" fmla="*/ 1567565 h 2735151"/>
                <a:gd name="connsiteX34" fmla="*/ 1597396 w 1744918"/>
                <a:gd name="connsiteY34" fmla="*/ 1695673 h 2735151"/>
                <a:gd name="connsiteX35" fmla="*/ 1632907 w 1744918"/>
                <a:gd name="connsiteY35" fmla="*/ 2725471 h 2735151"/>
                <a:gd name="connsiteX0" fmla="*/ 1632907 w 1744918"/>
                <a:gd name="connsiteY0" fmla="*/ 2725471 h 2735151"/>
                <a:gd name="connsiteX1" fmla="*/ 966320 w 1744918"/>
                <a:gd name="connsiteY1" fmla="*/ 2721693 h 2735151"/>
                <a:gd name="connsiteX2" fmla="*/ 964691 w 1744918"/>
                <a:gd name="connsiteY2" fmla="*/ 1694889 h 2735151"/>
                <a:gd name="connsiteX3" fmla="*/ 820912 w 1744918"/>
                <a:gd name="connsiteY3" fmla="*/ 1613793 h 2735151"/>
                <a:gd name="connsiteX4" fmla="*/ 395452 w 1744918"/>
                <a:gd name="connsiteY4" fmla="*/ 1453168 h 2735151"/>
                <a:gd name="connsiteX5" fmla="*/ 390359 w 1744918"/>
                <a:gd name="connsiteY5" fmla="*/ 1451601 h 2735151"/>
                <a:gd name="connsiteX6" fmla="*/ 196042 w 1744918"/>
                <a:gd name="connsiteY6" fmla="*/ 1350133 h 2735151"/>
                <a:gd name="connsiteX7" fmla="*/ 51871 w 1744918"/>
                <a:gd name="connsiteY7" fmla="*/ 1191859 h 2735151"/>
                <a:gd name="connsiteX8" fmla="*/ 6034 w 1744918"/>
                <a:gd name="connsiteY8" fmla="*/ 1120557 h 2735151"/>
                <a:gd name="connsiteX9" fmla="*/ 107502 w 1744918"/>
                <a:gd name="connsiteY9" fmla="*/ 827515 h 2735151"/>
                <a:gd name="connsiteX10" fmla="*/ 401720 w 1744918"/>
                <a:gd name="connsiteY10" fmla="*/ 469830 h 2735151"/>
                <a:gd name="connsiteX11" fmla="*/ 805241 w 1744918"/>
                <a:gd name="connsiteY11" fmla="*/ 8328 h 2735151"/>
                <a:gd name="connsiteX12" fmla="*/ 830314 w 1744918"/>
                <a:gd name="connsiteY12" fmla="*/ 8719 h 2735151"/>
                <a:gd name="connsiteX13" fmla="*/ 952546 w 1744918"/>
                <a:gd name="connsiteY13" fmla="*/ 125466 h 2735151"/>
                <a:gd name="connsiteX14" fmla="*/ 1092799 w 1744918"/>
                <a:gd name="connsiteY14" fmla="*/ 242605 h 2735151"/>
                <a:gd name="connsiteX15" fmla="*/ 1126099 w 1744918"/>
                <a:gd name="connsiteY15" fmla="*/ 282957 h 2735151"/>
                <a:gd name="connsiteX16" fmla="*/ 979578 w 1744918"/>
                <a:gd name="connsiteY16" fmla="*/ 589711 h 2735151"/>
                <a:gd name="connsiteX17" fmla="*/ 869883 w 1744918"/>
                <a:gd name="connsiteY17" fmla="*/ 706067 h 2735151"/>
                <a:gd name="connsiteX18" fmla="*/ 790354 w 1744918"/>
                <a:gd name="connsiteY18" fmla="*/ 860423 h 2735151"/>
                <a:gd name="connsiteX19" fmla="*/ 797406 w 1744918"/>
                <a:gd name="connsiteY19" fmla="*/ 874527 h 2735151"/>
                <a:gd name="connsiteX20" fmla="*/ 848727 w 1744918"/>
                <a:gd name="connsiteY20" fmla="*/ 846711 h 2735151"/>
                <a:gd name="connsiteX21" fmla="*/ 902791 w 1744918"/>
                <a:gd name="connsiteY21" fmla="*/ 688829 h 2735151"/>
                <a:gd name="connsiteX22" fmla="*/ 952154 w 1744918"/>
                <a:gd name="connsiteY22" fmla="*/ 665323 h 2735151"/>
                <a:gd name="connsiteX23" fmla="*/ 1325117 w 1744918"/>
                <a:gd name="connsiteY23" fmla="*/ 734666 h 2735151"/>
                <a:gd name="connsiteX24" fmla="*/ 1413265 w 1744918"/>
                <a:gd name="connsiteY24" fmla="*/ 771884 h 2735151"/>
                <a:gd name="connsiteX25" fmla="*/ 1421101 w 1744918"/>
                <a:gd name="connsiteY25" fmla="*/ 748769 h 2735151"/>
                <a:gd name="connsiteX26" fmla="*/ 1453225 w 1744918"/>
                <a:gd name="connsiteY26" fmla="*/ 714685 h 2735151"/>
                <a:gd name="connsiteX27" fmla="*/ 1633831 w 1744918"/>
                <a:gd name="connsiteY27" fmla="*/ 551710 h 2735151"/>
                <a:gd name="connsiteX28" fmla="*/ 1703174 w 1744918"/>
                <a:gd name="connsiteY28" fmla="*/ 509791 h 2735151"/>
                <a:gd name="connsiteX29" fmla="*/ 1711009 w 1744918"/>
                <a:gd name="connsiteY29" fmla="*/ 633981 h 2735151"/>
                <a:gd name="connsiteX30" fmla="*/ 1743917 w 1744918"/>
                <a:gd name="connsiteY30" fmla="*/ 795782 h 2735151"/>
                <a:gd name="connsiteX31" fmla="*/ 1721978 w 1744918"/>
                <a:gd name="connsiteY31" fmla="*/ 957973 h 2735151"/>
                <a:gd name="connsiteX32" fmla="*/ 1660862 w 1744918"/>
                <a:gd name="connsiteY32" fmla="*/ 1311348 h 2735151"/>
                <a:gd name="connsiteX33" fmla="*/ 1618552 w 1744918"/>
                <a:gd name="connsiteY33" fmla="*/ 1567565 h 2735151"/>
                <a:gd name="connsiteX34" fmla="*/ 1635379 w 1744918"/>
                <a:gd name="connsiteY34" fmla="*/ 2097660 h 2735151"/>
                <a:gd name="connsiteX35" fmla="*/ 1632907 w 1744918"/>
                <a:gd name="connsiteY35" fmla="*/ 2725471 h 2735151"/>
                <a:gd name="connsiteX0" fmla="*/ 1632907 w 1744918"/>
                <a:gd name="connsiteY0" fmla="*/ 2725471 h 2735151"/>
                <a:gd name="connsiteX1" fmla="*/ 966320 w 1744918"/>
                <a:gd name="connsiteY1" fmla="*/ 2721693 h 2735151"/>
                <a:gd name="connsiteX2" fmla="*/ 951956 w 1744918"/>
                <a:gd name="connsiteY2" fmla="*/ 2136971 h 2735151"/>
                <a:gd name="connsiteX3" fmla="*/ 964691 w 1744918"/>
                <a:gd name="connsiteY3" fmla="*/ 1694889 h 2735151"/>
                <a:gd name="connsiteX4" fmla="*/ 820912 w 1744918"/>
                <a:gd name="connsiteY4" fmla="*/ 1613793 h 2735151"/>
                <a:gd name="connsiteX5" fmla="*/ 395452 w 1744918"/>
                <a:gd name="connsiteY5" fmla="*/ 1453168 h 2735151"/>
                <a:gd name="connsiteX6" fmla="*/ 390359 w 1744918"/>
                <a:gd name="connsiteY6" fmla="*/ 1451601 h 2735151"/>
                <a:gd name="connsiteX7" fmla="*/ 196042 w 1744918"/>
                <a:gd name="connsiteY7" fmla="*/ 1350133 h 2735151"/>
                <a:gd name="connsiteX8" fmla="*/ 51871 w 1744918"/>
                <a:gd name="connsiteY8" fmla="*/ 1191859 h 2735151"/>
                <a:gd name="connsiteX9" fmla="*/ 6034 w 1744918"/>
                <a:gd name="connsiteY9" fmla="*/ 1120557 h 2735151"/>
                <a:gd name="connsiteX10" fmla="*/ 107502 w 1744918"/>
                <a:gd name="connsiteY10" fmla="*/ 827515 h 2735151"/>
                <a:gd name="connsiteX11" fmla="*/ 401720 w 1744918"/>
                <a:gd name="connsiteY11" fmla="*/ 469830 h 2735151"/>
                <a:gd name="connsiteX12" fmla="*/ 805241 w 1744918"/>
                <a:gd name="connsiteY12" fmla="*/ 8328 h 2735151"/>
                <a:gd name="connsiteX13" fmla="*/ 830314 w 1744918"/>
                <a:gd name="connsiteY13" fmla="*/ 8719 h 2735151"/>
                <a:gd name="connsiteX14" fmla="*/ 952546 w 1744918"/>
                <a:gd name="connsiteY14" fmla="*/ 125466 h 2735151"/>
                <a:gd name="connsiteX15" fmla="*/ 1092799 w 1744918"/>
                <a:gd name="connsiteY15" fmla="*/ 242605 h 2735151"/>
                <a:gd name="connsiteX16" fmla="*/ 1126099 w 1744918"/>
                <a:gd name="connsiteY16" fmla="*/ 282957 h 2735151"/>
                <a:gd name="connsiteX17" fmla="*/ 979578 w 1744918"/>
                <a:gd name="connsiteY17" fmla="*/ 589711 h 2735151"/>
                <a:gd name="connsiteX18" fmla="*/ 869883 w 1744918"/>
                <a:gd name="connsiteY18" fmla="*/ 706067 h 2735151"/>
                <a:gd name="connsiteX19" fmla="*/ 790354 w 1744918"/>
                <a:gd name="connsiteY19" fmla="*/ 860423 h 2735151"/>
                <a:gd name="connsiteX20" fmla="*/ 797406 w 1744918"/>
                <a:gd name="connsiteY20" fmla="*/ 874527 h 2735151"/>
                <a:gd name="connsiteX21" fmla="*/ 848727 w 1744918"/>
                <a:gd name="connsiteY21" fmla="*/ 846711 h 2735151"/>
                <a:gd name="connsiteX22" fmla="*/ 902791 w 1744918"/>
                <a:gd name="connsiteY22" fmla="*/ 688829 h 2735151"/>
                <a:gd name="connsiteX23" fmla="*/ 952154 w 1744918"/>
                <a:gd name="connsiteY23" fmla="*/ 665323 h 2735151"/>
                <a:gd name="connsiteX24" fmla="*/ 1325117 w 1744918"/>
                <a:gd name="connsiteY24" fmla="*/ 734666 h 2735151"/>
                <a:gd name="connsiteX25" fmla="*/ 1413265 w 1744918"/>
                <a:gd name="connsiteY25" fmla="*/ 771884 h 2735151"/>
                <a:gd name="connsiteX26" fmla="*/ 1421101 w 1744918"/>
                <a:gd name="connsiteY26" fmla="*/ 748769 h 2735151"/>
                <a:gd name="connsiteX27" fmla="*/ 1453225 w 1744918"/>
                <a:gd name="connsiteY27" fmla="*/ 714685 h 2735151"/>
                <a:gd name="connsiteX28" fmla="*/ 1633831 w 1744918"/>
                <a:gd name="connsiteY28" fmla="*/ 551710 h 2735151"/>
                <a:gd name="connsiteX29" fmla="*/ 1703174 w 1744918"/>
                <a:gd name="connsiteY29" fmla="*/ 509791 h 2735151"/>
                <a:gd name="connsiteX30" fmla="*/ 1711009 w 1744918"/>
                <a:gd name="connsiteY30" fmla="*/ 633981 h 2735151"/>
                <a:gd name="connsiteX31" fmla="*/ 1743917 w 1744918"/>
                <a:gd name="connsiteY31" fmla="*/ 795782 h 2735151"/>
                <a:gd name="connsiteX32" fmla="*/ 1721978 w 1744918"/>
                <a:gd name="connsiteY32" fmla="*/ 957973 h 2735151"/>
                <a:gd name="connsiteX33" fmla="*/ 1660862 w 1744918"/>
                <a:gd name="connsiteY33" fmla="*/ 1311348 h 2735151"/>
                <a:gd name="connsiteX34" fmla="*/ 1618552 w 1744918"/>
                <a:gd name="connsiteY34" fmla="*/ 1567565 h 2735151"/>
                <a:gd name="connsiteX35" fmla="*/ 1635379 w 1744918"/>
                <a:gd name="connsiteY35" fmla="*/ 2097660 h 2735151"/>
                <a:gd name="connsiteX36" fmla="*/ 1632907 w 1744918"/>
                <a:gd name="connsiteY36" fmla="*/ 2725471 h 2735151"/>
                <a:gd name="connsiteX0" fmla="*/ 1632907 w 1744918"/>
                <a:gd name="connsiteY0" fmla="*/ 2725471 h 2735151"/>
                <a:gd name="connsiteX1" fmla="*/ 966320 w 1744918"/>
                <a:gd name="connsiteY1" fmla="*/ 2721693 h 2735151"/>
                <a:gd name="connsiteX2" fmla="*/ 951956 w 1744918"/>
                <a:gd name="connsiteY2" fmla="*/ 2136971 h 2735151"/>
                <a:gd name="connsiteX3" fmla="*/ 964691 w 1744918"/>
                <a:gd name="connsiteY3" fmla="*/ 1694889 h 2735151"/>
                <a:gd name="connsiteX4" fmla="*/ 820912 w 1744918"/>
                <a:gd name="connsiteY4" fmla="*/ 1613793 h 2735151"/>
                <a:gd name="connsiteX5" fmla="*/ 395452 w 1744918"/>
                <a:gd name="connsiteY5" fmla="*/ 1453168 h 2735151"/>
                <a:gd name="connsiteX6" fmla="*/ 390359 w 1744918"/>
                <a:gd name="connsiteY6" fmla="*/ 1451601 h 2735151"/>
                <a:gd name="connsiteX7" fmla="*/ 196042 w 1744918"/>
                <a:gd name="connsiteY7" fmla="*/ 1350133 h 2735151"/>
                <a:gd name="connsiteX8" fmla="*/ 51871 w 1744918"/>
                <a:gd name="connsiteY8" fmla="*/ 1191859 h 2735151"/>
                <a:gd name="connsiteX9" fmla="*/ 6034 w 1744918"/>
                <a:gd name="connsiteY9" fmla="*/ 1120557 h 2735151"/>
                <a:gd name="connsiteX10" fmla="*/ 107502 w 1744918"/>
                <a:gd name="connsiteY10" fmla="*/ 827515 h 2735151"/>
                <a:gd name="connsiteX11" fmla="*/ 401720 w 1744918"/>
                <a:gd name="connsiteY11" fmla="*/ 469830 h 2735151"/>
                <a:gd name="connsiteX12" fmla="*/ 805241 w 1744918"/>
                <a:gd name="connsiteY12" fmla="*/ 8328 h 2735151"/>
                <a:gd name="connsiteX13" fmla="*/ 830314 w 1744918"/>
                <a:gd name="connsiteY13" fmla="*/ 8719 h 2735151"/>
                <a:gd name="connsiteX14" fmla="*/ 952546 w 1744918"/>
                <a:gd name="connsiteY14" fmla="*/ 125466 h 2735151"/>
                <a:gd name="connsiteX15" fmla="*/ 1092799 w 1744918"/>
                <a:gd name="connsiteY15" fmla="*/ 242605 h 2735151"/>
                <a:gd name="connsiteX16" fmla="*/ 1126099 w 1744918"/>
                <a:gd name="connsiteY16" fmla="*/ 282957 h 2735151"/>
                <a:gd name="connsiteX17" fmla="*/ 979578 w 1744918"/>
                <a:gd name="connsiteY17" fmla="*/ 589711 h 2735151"/>
                <a:gd name="connsiteX18" fmla="*/ 869883 w 1744918"/>
                <a:gd name="connsiteY18" fmla="*/ 706067 h 2735151"/>
                <a:gd name="connsiteX19" fmla="*/ 790354 w 1744918"/>
                <a:gd name="connsiteY19" fmla="*/ 860423 h 2735151"/>
                <a:gd name="connsiteX20" fmla="*/ 797406 w 1744918"/>
                <a:gd name="connsiteY20" fmla="*/ 874527 h 2735151"/>
                <a:gd name="connsiteX21" fmla="*/ 848727 w 1744918"/>
                <a:gd name="connsiteY21" fmla="*/ 846711 h 2735151"/>
                <a:gd name="connsiteX22" fmla="*/ 902791 w 1744918"/>
                <a:gd name="connsiteY22" fmla="*/ 688829 h 2735151"/>
                <a:gd name="connsiteX23" fmla="*/ 952154 w 1744918"/>
                <a:gd name="connsiteY23" fmla="*/ 665323 h 2735151"/>
                <a:gd name="connsiteX24" fmla="*/ 1325117 w 1744918"/>
                <a:gd name="connsiteY24" fmla="*/ 734666 h 2735151"/>
                <a:gd name="connsiteX25" fmla="*/ 1413265 w 1744918"/>
                <a:gd name="connsiteY25" fmla="*/ 771884 h 2735151"/>
                <a:gd name="connsiteX26" fmla="*/ 1421101 w 1744918"/>
                <a:gd name="connsiteY26" fmla="*/ 748769 h 2735151"/>
                <a:gd name="connsiteX27" fmla="*/ 1453225 w 1744918"/>
                <a:gd name="connsiteY27" fmla="*/ 714685 h 2735151"/>
                <a:gd name="connsiteX28" fmla="*/ 1633831 w 1744918"/>
                <a:gd name="connsiteY28" fmla="*/ 551710 h 2735151"/>
                <a:gd name="connsiteX29" fmla="*/ 1703174 w 1744918"/>
                <a:gd name="connsiteY29" fmla="*/ 509791 h 2735151"/>
                <a:gd name="connsiteX30" fmla="*/ 1711009 w 1744918"/>
                <a:gd name="connsiteY30" fmla="*/ 633981 h 2735151"/>
                <a:gd name="connsiteX31" fmla="*/ 1743917 w 1744918"/>
                <a:gd name="connsiteY31" fmla="*/ 795782 h 2735151"/>
                <a:gd name="connsiteX32" fmla="*/ 1721978 w 1744918"/>
                <a:gd name="connsiteY32" fmla="*/ 957973 h 2735151"/>
                <a:gd name="connsiteX33" fmla="*/ 1660862 w 1744918"/>
                <a:gd name="connsiteY33" fmla="*/ 1311348 h 2735151"/>
                <a:gd name="connsiteX34" fmla="*/ 1618552 w 1744918"/>
                <a:gd name="connsiteY34" fmla="*/ 1567565 h 2735151"/>
                <a:gd name="connsiteX35" fmla="*/ 1635379 w 1744918"/>
                <a:gd name="connsiteY35" fmla="*/ 2097660 h 2735151"/>
                <a:gd name="connsiteX36" fmla="*/ 1632907 w 1744918"/>
                <a:gd name="connsiteY36" fmla="*/ 2725471 h 2735151"/>
                <a:gd name="connsiteX0" fmla="*/ 1632907 w 1744918"/>
                <a:gd name="connsiteY0" fmla="*/ 2725471 h 2735151"/>
                <a:gd name="connsiteX1" fmla="*/ 966320 w 1744918"/>
                <a:gd name="connsiteY1" fmla="*/ 2721693 h 2735151"/>
                <a:gd name="connsiteX2" fmla="*/ 1012095 w 1744918"/>
                <a:gd name="connsiteY2" fmla="*/ 2124310 h 2735151"/>
                <a:gd name="connsiteX3" fmla="*/ 964691 w 1744918"/>
                <a:gd name="connsiteY3" fmla="*/ 1694889 h 2735151"/>
                <a:gd name="connsiteX4" fmla="*/ 820912 w 1744918"/>
                <a:gd name="connsiteY4" fmla="*/ 1613793 h 2735151"/>
                <a:gd name="connsiteX5" fmla="*/ 395452 w 1744918"/>
                <a:gd name="connsiteY5" fmla="*/ 1453168 h 2735151"/>
                <a:gd name="connsiteX6" fmla="*/ 390359 w 1744918"/>
                <a:gd name="connsiteY6" fmla="*/ 1451601 h 2735151"/>
                <a:gd name="connsiteX7" fmla="*/ 196042 w 1744918"/>
                <a:gd name="connsiteY7" fmla="*/ 1350133 h 2735151"/>
                <a:gd name="connsiteX8" fmla="*/ 51871 w 1744918"/>
                <a:gd name="connsiteY8" fmla="*/ 1191859 h 2735151"/>
                <a:gd name="connsiteX9" fmla="*/ 6034 w 1744918"/>
                <a:gd name="connsiteY9" fmla="*/ 1120557 h 2735151"/>
                <a:gd name="connsiteX10" fmla="*/ 107502 w 1744918"/>
                <a:gd name="connsiteY10" fmla="*/ 827515 h 2735151"/>
                <a:gd name="connsiteX11" fmla="*/ 401720 w 1744918"/>
                <a:gd name="connsiteY11" fmla="*/ 469830 h 2735151"/>
                <a:gd name="connsiteX12" fmla="*/ 805241 w 1744918"/>
                <a:gd name="connsiteY12" fmla="*/ 8328 h 2735151"/>
                <a:gd name="connsiteX13" fmla="*/ 830314 w 1744918"/>
                <a:gd name="connsiteY13" fmla="*/ 8719 h 2735151"/>
                <a:gd name="connsiteX14" fmla="*/ 952546 w 1744918"/>
                <a:gd name="connsiteY14" fmla="*/ 125466 h 2735151"/>
                <a:gd name="connsiteX15" fmla="*/ 1092799 w 1744918"/>
                <a:gd name="connsiteY15" fmla="*/ 242605 h 2735151"/>
                <a:gd name="connsiteX16" fmla="*/ 1126099 w 1744918"/>
                <a:gd name="connsiteY16" fmla="*/ 282957 h 2735151"/>
                <a:gd name="connsiteX17" fmla="*/ 979578 w 1744918"/>
                <a:gd name="connsiteY17" fmla="*/ 589711 h 2735151"/>
                <a:gd name="connsiteX18" fmla="*/ 869883 w 1744918"/>
                <a:gd name="connsiteY18" fmla="*/ 706067 h 2735151"/>
                <a:gd name="connsiteX19" fmla="*/ 790354 w 1744918"/>
                <a:gd name="connsiteY19" fmla="*/ 860423 h 2735151"/>
                <a:gd name="connsiteX20" fmla="*/ 797406 w 1744918"/>
                <a:gd name="connsiteY20" fmla="*/ 874527 h 2735151"/>
                <a:gd name="connsiteX21" fmla="*/ 848727 w 1744918"/>
                <a:gd name="connsiteY21" fmla="*/ 846711 h 2735151"/>
                <a:gd name="connsiteX22" fmla="*/ 902791 w 1744918"/>
                <a:gd name="connsiteY22" fmla="*/ 688829 h 2735151"/>
                <a:gd name="connsiteX23" fmla="*/ 952154 w 1744918"/>
                <a:gd name="connsiteY23" fmla="*/ 665323 h 2735151"/>
                <a:gd name="connsiteX24" fmla="*/ 1325117 w 1744918"/>
                <a:gd name="connsiteY24" fmla="*/ 734666 h 2735151"/>
                <a:gd name="connsiteX25" fmla="*/ 1413265 w 1744918"/>
                <a:gd name="connsiteY25" fmla="*/ 771884 h 2735151"/>
                <a:gd name="connsiteX26" fmla="*/ 1421101 w 1744918"/>
                <a:gd name="connsiteY26" fmla="*/ 748769 h 2735151"/>
                <a:gd name="connsiteX27" fmla="*/ 1453225 w 1744918"/>
                <a:gd name="connsiteY27" fmla="*/ 714685 h 2735151"/>
                <a:gd name="connsiteX28" fmla="*/ 1633831 w 1744918"/>
                <a:gd name="connsiteY28" fmla="*/ 551710 h 2735151"/>
                <a:gd name="connsiteX29" fmla="*/ 1703174 w 1744918"/>
                <a:gd name="connsiteY29" fmla="*/ 509791 h 2735151"/>
                <a:gd name="connsiteX30" fmla="*/ 1711009 w 1744918"/>
                <a:gd name="connsiteY30" fmla="*/ 633981 h 2735151"/>
                <a:gd name="connsiteX31" fmla="*/ 1743917 w 1744918"/>
                <a:gd name="connsiteY31" fmla="*/ 795782 h 2735151"/>
                <a:gd name="connsiteX32" fmla="*/ 1721978 w 1744918"/>
                <a:gd name="connsiteY32" fmla="*/ 957973 h 2735151"/>
                <a:gd name="connsiteX33" fmla="*/ 1660862 w 1744918"/>
                <a:gd name="connsiteY33" fmla="*/ 1311348 h 2735151"/>
                <a:gd name="connsiteX34" fmla="*/ 1618552 w 1744918"/>
                <a:gd name="connsiteY34" fmla="*/ 1567565 h 2735151"/>
                <a:gd name="connsiteX35" fmla="*/ 1635379 w 1744918"/>
                <a:gd name="connsiteY35" fmla="*/ 2097660 h 2735151"/>
                <a:gd name="connsiteX36" fmla="*/ 1632907 w 1744918"/>
                <a:gd name="connsiteY36" fmla="*/ 2725471 h 2735151"/>
                <a:gd name="connsiteX0" fmla="*/ 1632907 w 1744918"/>
                <a:gd name="connsiteY0" fmla="*/ 2725471 h 2735151"/>
                <a:gd name="connsiteX1" fmla="*/ 966320 w 1744918"/>
                <a:gd name="connsiteY1" fmla="*/ 2721693 h 2735151"/>
                <a:gd name="connsiteX2" fmla="*/ 1012095 w 1744918"/>
                <a:gd name="connsiteY2" fmla="*/ 2124310 h 2735151"/>
                <a:gd name="connsiteX3" fmla="*/ 964691 w 1744918"/>
                <a:gd name="connsiteY3" fmla="*/ 1694889 h 2735151"/>
                <a:gd name="connsiteX4" fmla="*/ 820912 w 1744918"/>
                <a:gd name="connsiteY4" fmla="*/ 1613793 h 2735151"/>
                <a:gd name="connsiteX5" fmla="*/ 395452 w 1744918"/>
                <a:gd name="connsiteY5" fmla="*/ 1453168 h 2735151"/>
                <a:gd name="connsiteX6" fmla="*/ 390359 w 1744918"/>
                <a:gd name="connsiteY6" fmla="*/ 1451601 h 2735151"/>
                <a:gd name="connsiteX7" fmla="*/ 196042 w 1744918"/>
                <a:gd name="connsiteY7" fmla="*/ 1350133 h 2735151"/>
                <a:gd name="connsiteX8" fmla="*/ 51871 w 1744918"/>
                <a:gd name="connsiteY8" fmla="*/ 1191859 h 2735151"/>
                <a:gd name="connsiteX9" fmla="*/ 6034 w 1744918"/>
                <a:gd name="connsiteY9" fmla="*/ 1120557 h 2735151"/>
                <a:gd name="connsiteX10" fmla="*/ 107502 w 1744918"/>
                <a:gd name="connsiteY10" fmla="*/ 827515 h 2735151"/>
                <a:gd name="connsiteX11" fmla="*/ 401720 w 1744918"/>
                <a:gd name="connsiteY11" fmla="*/ 469830 h 2735151"/>
                <a:gd name="connsiteX12" fmla="*/ 805241 w 1744918"/>
                <a:gd name="connsiteY12" fmla="*/ 8328 h 2735151"/>
                <a:gd name="connsiteX13" fmla="*/ 830314 w 1744918"/>
                <a:gd name="connsiteY13" fmla="*/ 8719 h 2735151"/>
                <a:gd name="connsiteX14" fmla="*/ 952546 w 1744918"/>
                <a:gd name="connsiteY14" fmla="*/ 125466 h 2735151"/>
                <a:gd name="connsiteX15" fmla="*/ 1092799 w 1744918"/>
                <a:gd name="connsiteY15" fmla="*/ 242605 h 2735151"/>
                <a:gd name="connsiteX16" fmla="*/ 1126099 w 1744918"/>
                <a:gd name="connsiteY16" fmla="*/ 282957 h 2735151"/>
                <a:gd name="connsiteX17" fmla="*/ 979578 w 1744918"/>
                <a:gd name="connsiteY17" fmla="*/ 589711 h 2735151"/>
                <a:gd name="connsiteX18" fmla="*/ 869883 w 1744918"/>
                <a:gd name="connsiteY18" fmla="*/ 706067 h 2735151"/>
                <a:gd name="connsiteX19" fmla="*/ 790354 w 1744918"/>
                <a:gd name="connsiteY19" fmla="*/ 860423 h 2735151"/>
                <a:gd name="connsiteX20" fmla="*/ 797406 w 1744918"/>
                <a:gd name="connsiteY20" fmla="*/ 874527 h 2735151"/>
                <a:gd name="connsiteX21" fmla="*/ 848727 w 1744918"/>
                <a:gd name="connsiteY21" fmla="*/ 846711 h 2735151"/>
                <a:gd name="connsiteX22" fmla="*/ 902791 w 1744918"/>
                <a:gd name="connsiteY22" fmla="*/ 688829 h 2735151"/>
                <a:gd name="connsiteX23" fmla="*/ 952154 w 1744918"/>
                <a:gd name="connsiteY23" fmla="*/ 665323 h 2735151"/>
                <a:gd name="connsiteX24" fmla="*/ 1325117 w 1744918"/>
                <a:gd name="connsiteY24" fmla="*/ 734666 h 2735151"/>
                <a:gd name="connsiteX25" fmla="*/ 1413265 w 1744918"/>
                <a:gd name="connsiteY25" fmla="*/ 771884 h 2735151"/>
                <a:gd name="connsiteX26" fmla="*/ 1421101 w 1744918"/>
                <a:gd name="connsiteY26" fmla="*/ 748769 h 2735151"/>
                <a:gd name="connsiteX27" fmla="*/ 1453225 w 1744918"/>
                <a:gd name="connsiteY27" fmla="*/ 714685 h 2735151"/>
                <a:gd name="connsiteX28" fmla="*/ 1633831 w 1744918"/>
                <a:gd name="connsiteY28" fmla="*/ 551710 h 2735151"/>
                <a:gd name="connsiteX29" fmla="*/ 1703174 w 1744918"/>
                <a:gd name="connsiteY29" fmla="*/ 509791 h 2735151"/>
                <a:gd name="connsiteX30" fmla="*/ 1711009 w 1744918"/>
                <a:gd name="connsiteY30" fmla="*/ 633981 h 2735151"/>
                <a:gd name="connsiteX31" fmla="*/ 1743917 w 1744918"/>
                <a:gd name="connsiteY31" fmla="*/ 795782 h 2735151"/>
                <a:gd name="connsiteX32" fmla="*/ 1721978 w 1744918"/>
                <a:gd name="connsiteY32" fmla="*/ 957973 h 2735151"/>
                <a:gd name="connsiteX33" fmla="*/ 1660862 w 1744918"/>
                <a:gd name="connsiteY33" fmla="*/ 1311348 h 2735151"/>
                <a:gd name="connsiteX34" fmla="*/ 1618552 w 1744918"/>
                <a:gd name="connsiteY34" fmla="*/ 1567565 h 2735151"/>
                <a:gd name="connsiteX35" fmla="*/ 1635379 w 1744918"/>
                <a:gd name="connsiteY35" fmla="*/ 2097660 h 2735151"/>
                <a:gd name="connsiteX36" fmla="*/ 1632907 w 1744918"/>
                <a:gd name="connsiteY36" fmla="*/ 2725471 h 273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44918" h="2735151">
                  <a:moveTo>
                    <a:pt x="1632907" y="2725471"/>
                  </a:moveTo>
                  <a:cubicBezTo>
                    <a:pt x="1526672" y="2744015"/>
                    <a:pt x="1236479" y="2732029"/>
                    <a:pt x="966320" y="2721693"/>
                  </a:cubicBezTo>
                  <a:cubicBezTo>
                    <a:pt x="985769" y="2576131"/>
                    <a:pt x="1012366" y="2295444"/>
                    <a:pt x="1012095" y="2124310"/>
                  </a:cubicBezTo>
                  <a:cubicBezTo>
                    <a:pt x="1002328" y="2019646"/>
                    <a:pt x="986532" y="1782085"/>
                    <a:pt x="964691" y="1694889"/>
                  </a:cubicBezTo>
                  <a:cubicBezTo>
                    <a:pt x="966650" y="1644351"/>
                    <a:pt x="861264" y="1629072"/>
                    <a:pt x="820912" y="1613793"/>
                  </a:cubicBezTo>
                  <a:cubicBezTo>
                    <a:pt x="679484" y="1562472"/>
                    <a:pt x="539622" y="1495871"/>
                    <a:pt x="395452" y="1453168"/>
                  </a:cubicBezTo>
                  <a:cubicBezTo>
                    <a:pt x="393885" y="1452777"/>
                    <a:pt x="392318" y="1451993"/>
                    <a:pt x="390359" y="1451601"/>
                  </a:cubicBezTo>
                  <a:cubicBezTo>
                    <a:pt x="326501" y="1424177"/>
                    <a:pt x="253240" y="1392053"/>
                    <a:pt x="196042" y="1350133"/>
                  </a:cubicBezTo>
                  <a:cubicBezTo>
                    <a:pt x="138844" y="1308214"/>
                    <a:pt x="94574" y="1247490"/>
                    <a:pt x="51871" y="1191859"/>
                  </a:cubicBezTo>
                  <a:cubicBezTo>
                    <a:pt x="34633" y="1169136"/>
                    <a:pt x="13478" y="1148373"/>
                    <a:pt x="6034" y="1120557"/>
                  </a:cubicBezTo>
                  <a:cubicBezTo>
                    <a:pt x="-21389" y="1016739"/>
                    <a:pt x="50304" y="907827"/>
                    <a:pt x="107502" y="827515"/>
                  </a:cubicBezTo>
                  <a:cubicBezTo>
                    <a:pt x="196825" y="701757"/>
                    <a:pt x="301819" y="587361"/>
                    <a:pt x="401720" y="469830"/>
                  </a:cubicBezTo>
                  <a:cubicBezTo>
                    <a:pt x="534529" y="313907"/>
                    <a:pt x="667339" y="158767"/>
                    <a:pt x="805241" y="8328"/>
                  </a:cubicBezTo>
                  <a:cubicBezTo>
                    <a:pt x="815819" y="-3034"/>
                    <a:pt x="820128" y="-2642"/>
                    <a:pt x="830314" y="8719"/>
                  </a:cubicBezTo>
                  <a:cubicBezTo>
                    <a:pt x="858130" y="58474"/>
                    <a:pt x="908668" y="91382"/>
                    <a:pt x="952546" y="125466"/>
                  </a:cubicBezTo>
                  <a:cubicBezTo>
                    <a:pt x="1000733" y="162684"/>
                    <a:pt x="1046962" y="202645"/>
                    <a:pt x="1092799" y="242605"/>
                  </a:cubicBezTo>
                  <a:cubicBezTo>
                    <a:pt x="1110820" y="258276"/>
                    <a:pt x="1146471" y="244956"/>
                    <a:pt x="1126099" y="282957"/>
                  </a:cubicBezTo>
                  <a:cubicBezTo>
                    <a:pt x="1073210" y="383250"/>
                    <a:pt x="1027374" y="487068"/>
                    <a:pt x="979578" y="589711"/>
                  </a:cubicBezTo>
                  <a:cubicBezTo>
                    <a:pt x="956072" y="639858"/>
                    <a:pt x="902791" y="662972"/>
                    <a:pt x="869883" y="706067"/>
                  </a:cubicBezTo>
                  <a:cubicBezTo>
                    <a:pt x="834624" y="752295"/>
                    <a:pt x="815819" y="808710"/>
                    <a:pt x="790354" y="860423"/>
                  </a:cubicBezTo>
                  <a:cubicBezTo>
                    <a:pt x="785261" y="871001"/>
                    <a:pt x="786436" y="872960"/>
                    <a:pt x="797406" y="874527"/>
                  </a:cubicBezTo>
                  <a:cubicBezTo>
                    <a:pt x="824829" y="879228"/>
                    <a:pt x="838150" y="872960"/>
                    <a:pt x="848727" y="846711"/>
                  </a:cubicBezTo>
                  <a:cubicBezTo>
                    <a:pt x="868708" y="796565"/>
                    <a:pt x="876151" y="735057"/>
                    <a:pt x="902791" y="688829"/>
                  </a:cubicBezTo>
                  <a:cubicBezTo>
                    <a:pt x="913761" y="670024"/>
                    <a:pt x="930607" y="662972"/>
                    <a:pt x="952154" y="665323"/>
                  </a:cubicBezTo>
                  <a:cubicBezTo>
                    <a:pt x="1077520" y="680602"/>
                    <a:pt x="1202102" y="706850"/>
                    <a:pt x="1325117" y="734666"/>
                  </a:cubicBezTo>
                  <a:cubicBezTo>
                    <a:pt x="1337654" y="737408"/>
                    <a:pt x="1408956" y="774626"/>
                    <a:pt x="1413265" y="771884"/>
                  </a:cubicBezTo>
                  <a:cubicBezTo>
                    <a:pt x="1418750" y="768749"/>
                    <a:pt x="1417575" y="755038"/>
                    <a:pt x="1421101" y="748769"/>
                  </a:cubicBezTo>
                  <a:cubicBezTo>
                    <a:pt x="1428544" y="735449"/>
                    <a:pt x="1442648" y="725263"/>
                    <a:pt x="1453225" y="714685"/>
                  </a:cubicBezTo>
                  <a:cubicBezTo>
                    <a:pt x="1511207" y="657487"/>
                    <a:pt x="1575457" y="608125"/>
                    <a:pt x="1633831" y="551710"/>
                  </a:cubicBezTo>
                  <a:cubicBezTo>
                    <a:pt x="1641666" y="544266"/>
                    <a:pt x="1694163" y="486676"/>
                    <a:pt x="1703174" y="509791"/>
                  </a:cubicBezTo>
                  <a:cubicBezTo>
                    <a:pt x="1716885" y="544658"/>
                    <a:pt x="1704741" y="596371"/>
                    <a:pt x="1711009" y="633981"/>
                  </a:cubicBezTo>
                  <a:cubicBezTo>
                    <a:pt x="1720019" y="688045"/>
                    <a:pt x="1738433" y="740934"/>
                    <a:pt x="1743917" y="795782"/>
                  </a:cubicBezTo>
                  <a:cubicBezTo>
                    <a:pt x="1749402" y="848670"/>
                    <a:pt x="1730989" y="905868"/>
                    <a:pt x="1721978" y="957973"/>
                  </a:cubicBezTo>
                  <a:lnTo>
                    <a:pt x="1660862" y="1311348"/>
                  </a:lnTo>
                  <a:cubicBezTo>
                    <a:pt x="1646367" y="1396754"/>
                    <a:pt x="1632655" y="1482159"/>
                    <a:pt x="1618552" y="1567565"/>
                  </a:cubicBezTo>
                  <a:lnTo>
                    <a:pt x="1635379" y="2097660"/>
                  </a:lnTo>
                  <a:cubicBezTo>
                    <a:pt x="1631461" y="2125084"/>
                    <a:pt x="1657196" y="2704707"/>
                    <a:pt x="1632907" y="2725471"/>
                  </a:cubicBezTo>
                  <a:close/>
                </a:path>
              </a:pathLst>
            </a:custGeom>
            <a:solidFill>
              <a:srgbClr val="000000"/>
            </a:solidFill>
            <a:ln w="3910" cap="flat">
              <a:noFill/>
              <a:prstDash val="solid"/>
              <a:miter/>
            </a:ln>
          </p:spPr>
          <p:txBody>
            <a:bodyPr rtlCol="0" anchor="ctr"/>
            <a:lstStyle/>
            <a:p>
              <a:endParaRPr lang="en-US"/>
            </a:p>
          </p:txBody>
        </p:sp>
        <p:sp>
          <p:nvSpPr>
            <p:cNvPr id="9" name="Freeform: Shape 80">
              <a:extLst>
                <a:ext uri="{FF2B5EF4-FFF2-40B4-BE49-F238E27FC236}">
                  <a16:creationId xmlns="" xmlns:a16="http://schemas.microsoft.com/office/drawing/2014/main" id="{A8F608CF-34A4-4329-8084-2D6BC22717B6}"/>
                </a:ext>
              </a:extLst>
            </p:cNvPr>
            <p:cNvSpPr/>
            <p:nvPr/>
          </p:nvSpPr>
          <p:spPr>
            <a:xfrm>
              <a:off x="4822554" y="3031724"/>
              <a:ext cx="2364041" cy="3683963"/>
            </a:xfrm>
            <a:custGeom>
              <a:avLst/>
              <a:gdLst>
                <a:gd name="connsiteX0" fmla="*/ 782411 w 1719861"/>
                <a:gd name="connsiteY0" fmla="*/ 1769183 h 1770791"/>
                <a:gd name="connsiteX1" fmla="*/ 707191 w 1719861"/>
                <a:gd name="connsiteY1" fmla="*/ 1769574 h 1770791"/>
                <a:gd name="connsiteX2" fmla="*/ 622961 w 1719861"/>
                <a:gd name="connsiteY2" fmla="*/ 1769574 h 1770791"/>
                <a:gd name="connsiteX3" fmla="*/ 292309 w 1719861"/>
                <a:gd name="connsiteY3" fmla="*/ 1769574 h 1770791"/>
                <a:gd name="connsiteX4" fmla="*/ 283690 w 1719861"/>
                <a:gd name="connsiteY4" fmla="*/ 1751553 h 1770791"/>
                <a:gd name="connsiteX5" fmla="*/ 215130 w 1719861"/>
                <a:gd name="connsiteY5" fmla="*/ 1500821 h 1770791"/>
                <a:gd name="connsiteX6" fmla="*/ 35309 w 1719861"/>
                <a:gd name="connsiteY6" fmla="*/ 852445 h 1770791"/>
                <a:gd name="connsiteX7" fmla="*/ 4751 w 1719861"/>
                <a:gd name="connsiteY7" fmla="*/ 753720 h 1770791"/>
                <a:gd name="connsiteX8" fmla="*/ 50 w 1719861"/>
                <a:gd name="connsiteY8" fmla="*/ 725904 h 1770791"/>
                <a:gd name="connsiteX9" fmla="*/ 50 w 1719861"/>
                <a:gd name="connsiteY9" fmla="*/ 482224 h 1770791"/>
                <a:gd name="connsiteX10" fmla="*/ 1617 w 1719861"/>
                <a:gd name="connsiteY10" fmla="*/ 467337 h 1770791"/>
                <a:gd name="connsiteX11" fmla="*/ 15329 w 1719861"/>
                <a:gd name="connsiteY11" fmla="*/ 466945 h 1770791"/>
                <a:gd name="connsiteX12" fmla="*/ 34525 w 1719861"/>
                <a:gd name="connsiteY12" fmla="*/ 484183 h 1770791"/>
                <a:gd name="connsiteX13" fmla="*/ 158324 w 1719861"/>
                <a:gd name="connsiteY13" fmla="*/ 602497 h 1770791"/>
                <a:gd name="connsiteX14" fmla="*/ 184181 w 1719861"/>
                <a:gd name="connsiteY14" fmla="*/ 631488 h 1770791"/>
                <a:gd name="connsiteX15" fmla="*/ 214739 w 1719861"/>
                <a:gd name="connsiteY15" fmla="*/ 624828 h 1770791"/>
                <a:gd name="connsiteX16" fmla="*/ 316598 w 1719861"/>
                <a:gd name="connsiteY16" fmla="*/ 603281 h 1770791"/>
                <a:gd name="connsiteX17" fmla="*/ 494461 w 1719861"/>
                <a:gd name="connsiteY17" fmla="*/ 579383 h 1770791"/>
                <a:gd name="connsiteX18" fmla="*/ 634714 w 1719861"/>
                <a:gd name="connsiteY18" fmla="*/ 540598 h 1770791"/>
                <a:gd name="connsiteX19" fmla="*/ 749894 w 1719861"/>
                <a:gd name="connsiteY19" fmla="*/ 584084 h 1770791"/>
                <a:gd name="connsiteX20" fmla="*/ 801215 w 1719861"/>
                <a:gd name="connsiteY20" fmla="*/ 721203 h 1770791"/>
                <a:gd name="connsiteX21" fmla="*/ 805525 w 1719861"/>
                <a:gd name="connsiteY21" fmla="*/ 738441 h 1770791"/>
                <a:gd name="connsiteX22" fmla="*/ 828247 w 1719861"/>
                <a:gd name="connsiteY22" fmla="*/ 761947 h 1770791"/>
                <a:gd name="connsiteX23" fmla="*/ 892106 w 1719861"/>
                <a:gd name="connsiteY23" fmla="*/ 799165 h 1770791"/>
                <a:gd name="connsiteX24" fmla="*/ 929715 w 1719861"/>
                <a:gd name="connsiteY24" fmla="*/ 808959 h 1770791"/>
                <a:gd name="connsiteX25" fmla="*/ 951654 w 1719861"/>
                <a:gd name="connsiteY25" fmla="*/ 800732 h 1770791"/>
                <a:gd name="connsiteX26" fmla="*/ 936375 w 1719861"/>
                <a:gd name="connsiteY26" fmla="*/ 781927 h 1770791"/>
                <a:gd name="connsiteX27" fmla="*/ 744801 w 1719861"/>
                <a:gd name="connsiteY27" fmla="*/ 493194 h 1770791"/>
                <a:gd name="connsiteX28" fmla="*/ 619043 w 1719861"/>
                <a:gd name="connsiteY28" fmla="*/ 278505 h 1770791"/>
                <a:gd name="connsiteX29" fmla="*/ 632363 w 1719861"/>
                <a:gd name="connsiteY29" fmla="*/ 248731 h 1770791"/>
                <a:gd name="connsiteX30" fmla="*/ 821196 w 1719861"/>
                <a:gd name="connsiteY30" fmla="*/ 168418 h 1770791"/>
                <a:gd name="connsiteX31" fmla="*/ 884270 w 1719861"/>
                <a:gd name="connsiteY31" fmla="*/ 53238 h 1770791"/>
                <a:gd name="connsiteX32" fmla="*/ 913261 w 1719861"/>
                <a:gd name="connsiteY32" fmla="*/ 9752 h 1770791"/>
                <a:gd name="connsiteX33" fmla="*/ 971634 w 1719861"/>
                <a:gd name="connsiteY33" fmla="*/ 64991 h 1770791"/>
                <a:gd name="connsiteX34" fmla="*/ 1198077 w 1719861"/>
                <a:gd name="connsiteY34" fmla="*/ 294567 h 1770791"/>
                <a:gd name="connsiteX35" fmla="*/ 1428828 w 1719861"/>
                <a:gd name="connsiteY35" fmla="*/ 554701 h 1770791"/>
                <a:gd name="connsiteX36" fmla="*/ 1704632 w 1719861"/>
                <a:gd name="connsiteY36" fmla="*/ 927665 h 1770791"/>
                <a:gd name="connsiteX37" fmla="*/ 1718736 w 1719861"/>
                <a:gd name="connsiteY37" fmla="*/ 1061649 h 1770791"/>
                <a:gd name="connsiteX38" fmla="*/ 1661930 w 1719861"/>
                <a:gd name="connsiteY38" fmla="*/ 1210521 h 1770791"/>
                <a:gd name="connsiteX39" fmla="*/ 1510707 w 1719861"/>
                <a:gd name="connsiteY39" fmla="*/ 1304545 h 1770791"/>
                <a:gd name="connsiteX40" fmla="*/ 1153807 w 1719861"/>
                <a:gd name="connsiteY40" fmla="*/ 1446366 h 1770791"/>
                <a:gd name="connsiteX41" fmla="*/ 968500 w 1719861"/>
                <a:gd name="connsiteY41" fmla="*/ 1505914 h 1770791"/>
                <a:gd name="connsiteX42" fmla="*/ 817670 w 1719861"/>
                <a:gd name="connsiteY42" fmla="*/ 1537256 h 1770791"/>
                <a:gd name="connsiteX43" fmla="*/ 791029 w 1719861"/>
                <a:gd name="connsiteY43" fmla="*/ 1627362 h 1770791"/>
                <a:gd name="connsiteX44" fmla="*/ 782411 w 1719861"/>
                <a:gd name="connsiteY44" fmla="*/ 1769183 h 1770791"/>
                <a:gd name="connsiteX0" fmla="*/ 782411 w 1722566"/>
                <a:gd name="connsiteY0" fmla="*/ 1769183 h 2684332"/>
                <a:gd name="connsiteX1" fmla="*/ 707191 w 1722566"/>
                <a:gd name="connsiteY1" fmla="*/ 1769574 h 2684332"/>
                <a:gd name="connsiteX2" fmla="*/ 622961 w 1722566"/>
                <a:gd name="connsiteY2" fmla="*/ 1769574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782411 w 1722566"/>
                <a:gd name="connsiteY44" fmla="*/ 1769183 h 2684332"/>
                <a:gd name="connsiteX0" fmla="*/ 788742 w 1722566"/>
                <a:gd name="connsiteY0" fmla="*/ 1930611 h 2684332"/>
                <a:gd name="connsiteX1" fmla="*/ 707191 w 1722566"/>
                <a:gd name="connsiteY1" fmla="*/ 1769574 h 2684332"/>
                <a:gd name="connsiteX2" fmla="*/ 622961 w 1722566"/>
                <a:gd name="connsiteY2" fmla="*/ 1769574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788742 w 1722566"/>
                <a:gd name="connsiteY44" fmla="*/ 1930611 h 2684332"/>
                <a:gd name="connsiteX0" fmla="*/ 788742 w 1722566"/>
                <a:gd name="connsiteY0" fmla="*/ 1930611 h 2684332"/>
                <a:gd name="connsiteX1" fmla="*/ 795819 w 1722566"/>
                <a:gd name="connsiteY1" fmla="*/ 2260188 h 2684332"/>
                <a:gd name="connsiteX2" fmla="*/ 622961 w 1722566"/>
                <a:gd name="connsiteY2" fmla="*/ 1769574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788742 w 1722566"/>
                <a:gd name="connsiteY44" fmla="*/ 1930611 h 2684332"/>
                <a:gd name="connsiteX0" fmla="*/ 788742 w 1722566"/>
                <a:gd name="connsiteY0" fmla="*/ 1930611 h 2715750"/>
                <a:gd name="connsiteX1" fmla="*/ 795819 w 1722566"/>
                <a:gd name="connsiteY1" fmla="*/ 2260188 h 2715750"/>
                <a:gd name="connsiteX2" fmla="*/ 876181 w 1722566"/>
                <a:gd name="connsiteY2" fmla="*/ 2684333 h 2715750"/>
                <a:gd name="connsiteX3" fmla="*/ 393598 w 1722566"/>
                <a:gd name="connsiteY3" fmla="*/ 2684332 h 2715750"/>
                <a:gd name="connsiteX4" fmla="*/ 283690 w 1722566"/>
                <a:gd name="connsiteY4" fmla="*/ 1751553 h 2715750"/>
                <a:gd name="connsiteX5" fmla="*/ 215130 w 1722566"/>
                <a:gd name="connsiteY5" fmla="*/ 1500821 h 2715750"/>
                <a:gd name="connsiteX6" fmla="*/ 35309 w 1722566"/>
                <a:gd name="connsiteY6" fmla="*/ 852445 h 2715750"/>
                <a:gd name="connsiteX7" fmla="*/ 4751 w 1722566"/>
                <a:gd name="connsiteY7" fmla="*/ 753720 h 2715750"/>
                <a:gd name="connsiteX8" fmla="*/ 50 w 1722566"/>
                <a:gd name="connsiteY8" fmla="*/ 725904 h 2715750"/>
                <a:gd name="connsiteX9" fmla="*/ 50 w 1722566"/>
                <a:gd name="connsiteY9" fmla="*/ 482224 h 2715750"/>
                <a:gd name="connsiteX10" fmla="*/ 1617 w 1722566"/>
                <a:gd name="connsiteY10" fmla="*/ 467337 h 2715750"/>
                <a:gd name="connsiteX11" fmla="*/ 15329 w 1722566"/>
                <a:gd name="connsiteY11" fmla="*/ 466945 h 2715750"/>
                <a:gd name="connsiteX12" fmla="*/ 34525 w 1722566"/>
                <a:gd name="connsiteY12" fmla="*/ 484183 h 2715750"/>
                <a:gd name="connsiteX13" fmla="*/ 158324 w 1722566"/>
                <a:gd name="connsiteY13" fmla="*/ 602497 h 2715750"/>
                <a:gd name="connsiteX14" fmla="*/ 184181 w 1722566"/>
                <a:gd name="connsiteY14" fmla="*/ 631488 h 2715750"/>
                <a:gd name="connsiteX15" fmla="*/ 214739 w 1722566"/>
                <a:gd name="connsiteY15" fmla="*/ 624828 h 2715750"/>
                <a:gd name="connsiteX16" fmla="*/ 316598 w 1722566"/>
                <a:gd name="connsiteY16" fmla="*/ 603281 h 2715750"/>
                <a:gd name="connsiteX17" fmla="*/ 494461 w 1722566"/>
                <a:gd name="connsiteY17" fmla="*/ 579383 h 2715750"/>
                <a:gd name="connsiteX18" fmla="*/ 634714 w 1722566"/>
                <a:gd name="connsiteY18" fmla="*/ 540598 h 2715750"/>
                <a:gd name="connsiteX19" fmla="*/ 749894 w 1722566"/>
                <a:gd name="connsiteY19" fmla="*/ 584084 h 2715750"/>
                <a:gd name="connsiteX20" fmla="*/ 801215 w 1722566"/>
                <a:gd name="connsiteY20" fmla="*/ 721203 h 2715750"/>
                <a:gd name="connsiteX21" fmla="*/ 805525 w 1722566"/>
                <a:gd name="connsiteY21" fmla="*/ 738441 h 2715750"/>
                <a:gd name="connsiteX22" fmla="*/ 828247 w 1722566"/>
                <a:gd name="connsiteY22" fmla="*/ 761947 h 2715750"/>
                <a:gd name="connsiteX23" fmla="*/ 892106 w 1722566"/>
                <a:gd name="connsiteY23" fmla="*/ 799165 h 2715750"/>
                <a:gd name="connsiteX24" fmla="*/ 929715 w 1722566"/>
                <a:gd name="connsiteY24" fmla="*/ 808959 h 2715750"/>
                <a:gd name="connsiteX25" fmla="*/ 951654 w 1722566"/>
                <a:gd name="connsiteY25" fmla="*/ 800732 h 2715750"/>
                <a:gd name="connsiteX26" fmla="*/ 936375 w 1722566"/>
                <a:gd name="connsiteY26" fmla="*/ 781927 h 2715750"/>
                <a:gd name="connsiteX27" fmla="*/ 744801 w 1722566"/>
                <a:gd name="connsiteY27" fmla="*/ 493194 h 2715750"/>
                <a:gd name="connsiteX28" fmla="*/ 619043 w 1722566"/>
                <a:gd name="connsiteY28" fmla="*/ 278505 h 2715750"/>
                <a:gd name="connsiteX29" fmla="*/ 632363 w 1722566"/>
                <a:gd name="connsiteY29" fmla="*/ 248731 h 2715750"/>
                <a:gd name="connsiteX30" fmla="*/ 821196 w 1722566"/>
                <a:gd name="connsiteY30" fmla="*/ 168418 h 2715750"/>
                <a:gd name="connsiteX31" fmla="*/ 884270 w 1722566"/>
                <a:gd name="connsiteY31" fmla="*/ 53238 h 2715750"/>
                <a:gd name="connsiteX32" fmla="*/ 913261 w 1722566"/>
                <a:gd name="connsiteY32" fmla="*/ 9752 h 2715750"/>
                <a:gd name="connsiteX33" fmla="*/ 971634 w 1722566"/>
                <a:gd name="connsiteY33" fmla="*/ 64991 h 2715750"/>
                <a:gd name="connsiteX34" fmla="*/ 1198077 w 1722566"/>
                <a:gd name="connsiteY34" fmla="*/ 294567 h 2715750"/>
                <a:gd name="connsiteX35" fmla="*/ 1428828 w 1722566"/>
                <a:gd name="connsiteY35" fmla="*/ 554701 h 2715750"/>
                <a:gd name="connsiteX36" fmla="*/ 1704632 w 1722566"/>
                <a:gd name="connsiteY36" fmla="*/ 927665 h 2715750"/>
                <a:gd name="connsiteX37" fmla="*/ 1718736 w 1722566"/>
                <a:gd name="connsiteY37" fmla="*/ 1061649 h 2715750"/>
                <a:gd name="connsiteX38" fmla="*/ 1661930 w 1722566"/>
                <a:gd name="connsiteY38" fmla="*/ 1210521 h 2715750"/>
                <a:gd name="connsiteX39" fmla="*/ 1510707 w 1722566"/>
                <a:gd name="connsiteY39" fmla="*/ 1304545 h 2715750"/>
                <a:gd name="connsiteX40" fmla="*/ 1153807 w 1722566"/>
                <a:gd name="connsiteY40" fmla="*/ 1446366 h 2715750"/>
                <a:gd name="connsiteX41" fmla="*/ 968500 w 1722566"/>
                <a:gd name="connsiteY41" fmla="*/ 1505914 h 2715750"/>
                <a:gd name="connsiteX42" fmla="*/ 817670 w 1722566"/>
                <a:gd name="connsiteY42" fmla="*/ 1537256 h 2715750"/>
                <a:gd name="connsiteX43" fmla="*/ 791029 w 1722566"/>
                <a:gd name="connsiteY43" fmla="*/ 1627362 h 2715750"/>
                <a:gd name="connsiteX44" fmla="*/ 788742 w 1722566"/>
                <a:gd name="connsiteY44" fmla="*/ 1930611 h 2715750"/>
                <a:gd name="connsiteX0" fmla="*/ 788742 w 1722566"/>
                <a:gd name="connsiteY0" fmla="*/ 1930611 h 2689022"/>
                <a:gd name="connsiteX1" fmla="*/ 795819 w 1722566"/>
                <a:gd name="connsiteY1" fmla="*/ 2260188 h 2689022"/>
                <a:gd name="connsiteX2" fmla="*/ 876181 w 1722566"/>
                <a:gd name="connsiteY2" fmla="*/ 2684333 h 2689022"/>
                <a:gd name="connsiteX3" fmla="*/ 393598 w 1722566"/>
                <a:gd name="connsiteY3" fmla="*/ 2684332 h 2689022"/>
                <a:gd name="connsiteX4" fmla="*/ 283690 w 1722566"/>
                <a:gd name="connsiteY4" fmla="*/ 1751553 h 2689022"/>
                <a:gd name="connsiteX5" fmla="*/ 215130 w 1722566"/>
                <a:gd name="connsiteY5" fmla="*/ 1500821 h 2689022"/>
                <a:gd name="connsiteX6" fmla="*/ 35309 w 1722566"/>
                <a:gd name="connsiteY6" fmla="*/ 852445 h 2689022"/>
                <a:gd name="connsiteX7" fmla="*/ 4751 w 1722566"/>
                <a:gd name="connsiteY7" fmla="*/ 753720 h 2689022"/>
                <a:gd name="connsiteX8" fmla="*/ 50 w 1722566"/>
                <a:gd name="connsiteY8" fmla="*/ 725904 h 2689022"/>
                <a:gd name="connsiteX9" fmla="*/ 50 w 1722566"/>
                <a:gd name="connsiteY9" fmla="*/ 482224 h 2689022"/>
                <a:gd name="connsiteX10" fmla="*/ 1617 w 1722566"/>
                <a:gd name="connsiteY10" fmla="*/ 467337 h 2689022"/>
                <a:gd name="connsiteX11" fmla="*/ 15329 w 1722566"/>
                <a:gd name="connsiteY11" fmla="*/ 466945 h 2689022"/>
                <a:gd name="connsiteX12" fmla="*/ 34525 w 1722566"/>
                <a:gd name="connsiteY12" fmla="*/ 484183 h 2689022"/>
                <a:gd name="connsiteX13" fmla="*/ 158324 w 1722566"/>
                <a:gd name="connsiteY13" fmla="*/ 602497 h 2689022"/>
                <a:gd name="connsiteX14" fmla="*/ 184181 w 1722566"/>
                <a:gd name="connsiteY14" fmla="*/ 631488 h 2689022"/>
                <a:gd name="connsiteX15" fmla="*/ 214739 w 1722566"/>
                <a:gd name="connsiteY15" fmla="*/ 624828 h 2689022"/>
                <a:gd name="connsiteX16" fmla="*/ 316598 w 1722566"/>
                <a:gd name="connsiteY16" fmla="*/ 603281 h 2689022"/>
                <a:gd name="connsiteX17" fmla="*/ 494461 w 1722566"/>
                <a:gd name="connsiteY17" fmla="*/ 579383 h 2689022"/>
                <a:gd name="connsiteX18" fmla="*/ 634714 w 1722566"/>
                <a:gd name="connsiteY18" fmla="*/ 540598 h 2689022"/>
                <a:gd name="connsiteX19" fmla="*/ 749894 w 1722566"/>
                <a:gd name="connsiteY19" fmla="*/ 584084 h 2689022"/>
                <a:gd name="connsiteX20" fmla="*/ 801215 w 1722566"/>
                <a:gd name="connsiteY20" fmla="*/ 721203 h 2689022"/>
                <a:gd name="connsiteX21" fmla="*/ 805525 w 1722566"/>
                <a:gd name="connsiteY21" fmla="*/ 738441 h 2689022"/>
                <a:gd name="connsiteX22" fmla="*/ 828247 w 1722566"/>
                <a:gd name="connsiteY22" fmla="*/ 761947 h 2689022"/>
                <a:gd name="connsiteX23" fmla="*/ 892106 w 1722566"/>
                <a:gd name="connsiteY23" fmla="*/ 799165 h 2689022"/>
                <a:gd name="connsiteX24" fmla="*/ 929715 w 1722566"/>
                <a:gd name="connsiteY24" fmla="*/ 808959 h 2689022"/>
                <a:gd name="connsiteX25" fmla="*/ 951654 w 1722566"/>
                <a:gd name="connsiteY25" fmla="*/ 800732 h 2689022"/>
                <a:gd name="connsiteX26" fmla="*/ 936375 w 1722566"/>
                <a:gd name="connsiteY26" fmla="*/ 781927 h 2689022"/>
                <a:gd name="connsiteX27" fmla="*/ 744801 w 1722566"/>
                <a:gd name="connsiteY27" fmla="*/ 493194 h 2689022"/>
                <a:gd name="connsiteX28" fmla="*/ 619043 w 1722566"/>
                <a:gd name="connsiteY28" fmla="*/ 278505 h 2689022"/>
                <a:gd name="connsiteX29" fmla="*/ 632363 w 1722566"/>
                <a:gd name="connsiteY29" fmla="*/ 248731 h 2689022"/>
                <a:gd name="connsiteX30" fmla="*/ 821196 w 1722566"/>
                <a:gd name="connsiteY30" fmla="*/ 168418 h 2689022"/>
                <a:gd name="connsiteX31" fmla="*/ 884270 w 1722566"/>
                <a:gd name="connsiteY31" fmla="*/ 53238 h 2689022"/>
                <a:gd name="connsiteX32" fmla="*/ 913261 w 1722566"/>
                <a:gd name="connsiteY32" fmla="*/ 9752 h 2689022"/>
                <a:gd name="connsiteX33" fmla="*/ 971634 w 1722566"/>
                <a:gd name="connsiteY33" fmla="*/ 64991 h 2689022"/>
                <a:gd name="connsiteX34" fmla="*/ 1198077 w 1722566"/>
                <a:gd name="connsiteY34" fmla="*/ 294567 h 2689022"/>
                <a:gd name="connsiteX35" fmla="*/ 1428828 w 1722566"/>
                <a:gd name="connsiteY35" fmla="*/ 554701 h 2689022"/>
                <a:gd name="connsiteX36" fmla="*/ 1704632 w 1722566"/>
                <a:gd name="connsiteY36" fmla="*/ 927665 h 2689022"/>
                <a:gd name="connsiteX37" fmla="*/ 1718736 w 1722566"/>
                <a:gd name="connsiteY37" fmla="*/ 1061649 h 2689022"/>
                <a:gd name="connsiteX38" fmla="*/ 1661930 w 1722566"/>
                <a:gd name="connsiteY38" fmla="*/ 1210521 h 2689022"/>
                <a:gd name="connsiteX39" fmla="*/ 1510707 w 1722566"/>
                <a:gd name="connsiteY39" fmla="*/ 1304545 h 2689022"/>
                <a:gd name="connsiteX40" fmla="*/ 1153807 w 1722566"/>
                <a:gd name="connsiteY40" fmla="*/ 1446366 h 2689022"/>
                <a:gd name="connsiteX41" fmla="*/ 968500 w 1722566"/>
                <a:gd name="connsiteY41" fmla="*/ 1505914 h 2689022"/>
                <a:gd name="connsiteX42" fmla="*/ 817670 w 1722566"/>
                <a:gd name="connsiteY42" fmla="*/ 1537256 h 2689022"/>
                <a:gd name="connsiteX43" fmla="*/ 791029 w 1722566"/>
                <a:gd name="connsiteY43" fmla="*/ 1627362 h 2689022"/>
                <a:gd name="connsiteX44" fmla="*/ 788742 w 1722566"/>
                <a:gd name="connsiteY44" fmla="*/ 1930611 h 2689022"/>
                <a:gd name="connsiteX0" fmla="*/ 788742 w 1722566"/>
                <a:gd name="connsiteY0" fmla="*/ 1930611 h 2735147"/>
                <a:gd name="connsiteX1" fmla="*/ 795819 w 1722566"/>
                <a:gd name="connsiteY1" fmla="*/ 2260188 h 2735147"/>
                <a:gd name="connsiteX2" fmla="*/ 876181 w 1722566"/>
                <a:gd name="connsiteY2" fmla="*/ 2684333 h 2735147"/>
                <a:gd name="connsiteX3" fmla="*/ 393598 w 1722566"/>
                <a:gd name="connsiteY3" fmla="*/ 2684332 h 2735147"/>
                <a:gd name="connsiteX4" fmla="*/ 283690 w 1722566"/>
                <a:gd name="connsiteY4" fmla="*/ 1751553 h 2735147"/>
                <a:gd name="connsiteX5" fmla="*/ 215130 w 1722566"/>
                <a:gd name="connsiteY5" fmla="*/ 1500821 h 2735147"/>
                <a:gd name="connsiteX6" fmla="*/ 35309 w 1722566"/>
                <a:gd name="connsiteY6" fmla="*/ 852445 h 2735147"/>
                <a:gd name="connsiteX7" fmla="*/ 4751 w 1722566"/>
                <a:gd name="connsiteY7" fmla="*/ 753720 h 2735147"/>
                <a:gd name="connsiteX8" fmla="*/ 50 w 1722566"/>
                <a:gd name="connsiteY8" fmla="*/ 725904 h 2735147"/>
                <a:gd name="connsiteX9" fmla="*/ 50 w 1722566"/>
                <a:gd name="connsiteY9" fmla="*/ 482224 h 2735147"/>
                <a:gd name="connsiteX10" fmla="*/ 1617 w 1722566"/>
                <a:gd name="connsiteY10" fmla="*/ 467337 h 2735147"/>
                <a:gd name="connsiteX11" fmla="*/ 15329 w 1722566"/>
                <a:gd name="connsiteY11" fmla="*/ 466945 h 2735147"/>
                <a:gd name="connsiteX12" fmla="*/ 34525 w 1722566"/>
                <a:gd name="connsiteY12" fmla="*/ 484183 h 2735147"/>
                <a:gd name="connsiteX13" fmla="*/ 158324 w 1722566"/>
                <a:gd name="connsiteY13" fmla="*/ 602497 h 2735147"/>
                <a:gd name="connsiteX14" fmla="*/ 184181 w 1722566"/>
                <a:gd name="connsiteY14" fmla="*/ 631488 h 2735147"/>
                <a:gd name="connsiteX15" fmla="*/ 214739 w 1722566"/>
                <a:gd name="connsiteY15" fmla="*/ 624828 h 2735147"/>
                <a:gd name="connsiteX16" fmla="*/ 316598 w 1722566"/>
                <a:gd name="connsiteY16" fmla="*/ 603281 h 2735147"/>
                <a:gd name="connsiteX17" fmla="*/ 494461 w 1722566"/>
                <a:gd name="connsiteY17" fmla="*/ 579383 h 2735147"/>
                <a:gd name="connsiteX18" fmla="*/ 634714 w 1722566"/>
                <a:gd name="connsiteY18" fmla="*/ 540598 h 2735147"/>
                <a:gd name="connsiteX19" fmla="*/ 749894 w 1722566"/>
                <a:gd name="connsiteY19" fmla="*/ 584084 h 2735147"/>
                <a:gd name="connsiteX20" fmla="*/ 801215 w 1722566"/>
                <a:gd name="connsiteY20" fmla="*/ 721203 h 2735147"/>
                <a:gd name="connsiteX21" fmla="*/ 805525 w 1722566"/>
                <a:gd name="connsiteY21" fmla="*/ 738441 h 2735147"/>
                <a:gd name="connsiteX22" fmla="*/ 828247 w 1722566"/>
                <a:gd name="connsiteY22" fmla="*/ 761947 h 2735147"/>
                <a:gd name="connsiteX23" fmla="*/ 892106 w 1722566"/>
                <a:gd name="connsiteY23" fmla="*/ 799165 h 2735147"/>
                <a:gd name="connsiteX24" fmla="*/ 929715 w 1722566"/>
                <a:gd name="connsiteY24" fmla="*/ 808959 h 2735147"/>
                <a:gd name="connsiteX25" fmla="*/ 951654 w 1722566"/>
                <a:gd name="connsiteY25" fmla="*/ 800732 h 2735147"/>
                <a:gd name="connsiteX26" fmla="*/ 936375 w 1722566"/>
                <a:gd name="connsiteY26" fmla="*/ 781927 h 2735147"/>
                <a:gd name="connsiteX27" fmla="*/ 744801 w 1722566"/>
                <a:gd name="connsiteY27" fmla="*/ 493194 h 2735147"/>
                <a:gd name="connsiteX28" fmla="*/ 619043 w 1722566"/>
                <a:gd name="connsiteY28" fmla="*/ 278505 h 2735147"/>
                <a:gd name="connsiteX29" fmla="*/ 632363 w 1722566"/>
                <a:gd name="connsiteY29" fmla="*/ 248731 h 2735147"/>
                <a:gd name="connsiteX30" fmla="*/ 821196 w 1722566"/>
                <a:gd name="connsiteY30" fmla="*/ 168418 h 2735147"/>
                <a:gd name="connsiteX31" fmla="*/ 884270 w 1722566"/>
                <a:gd name="connsiteY31" fmla="*/ 53238 h 2735147"/>
                <a:gd name="connsiteX32" fmla="*/ 913261 w 1722566"/>
                <a:gd name="connsiteY32" fmla="*/ 9752 h 2735147"/>
                <a:gd name="connsiteX33" fmla="*/ 971634 w 1722566"/>
                <a:gd name="connsiteY33" fmla="*/ 64991 h 2735147"/>
                <a:gd name="connsiteX34" fmla="*/ 1198077 w 1722566"/>
                <a:gd name="connsiteY34" fmla="*/ 294567 h 2735147"/>
                <a:gd name="connsiteX35" fmla="*/ 1428828 w 1722566"/>
                <a:gd name="connsiteY35" fmla="*/ 554701 h 2735147"/>
                <a:gd name="connsiteX36" fmla="*/ 1704632 w 1722566"/>
                <a:gd name="connsiteY36" fmla="*/ 927665 h 2735147"/>
                <a:gd name="connsiteX37" fmla="*/ 1718736 w 1722566"/>
                <a:gd name="connsiteY37" fmla="*/ 1061649 h 2735147"/>
                <a:gd name="connsiteX38" fmla="*/ 1661930 w 1722566"/>
                <a:gd name="connsiteY38" fmla="*/ 1210521 h 2735147"/>
                <a:gd name="connsiteX39" fmla="*/ 1510707 w 1722566"/>
                <a:gd name="connsiteY39" fmla="*/ 1304545 h 2735147"/>
                <a:gd name="connsiteX40" fmla="*/ 1153807 w 1722566"/>
                <a:gd name="connsiteY40" fmla="*/ 1446366 h 2735147"/>
                <a:gd name="connsiteX41" fmla="*/ 968500 w 1722566"/>
                <a:gd name="connsiteY41" fmla="*/ 1505914 h 2735147"/>
                <a:gd name="connsiteX42" fmla="*/ 817670 w 1722566"/>
                <a:gd name="connsiteY42" fmla="*/ 1537256 h 2735147"/>
                <a:gd name="connsiteX43" fmla="*/ 791029 w 1722566"/>
                <a:gd name="connsiteY43" fmla="*/ 1627362 h 2735147"/>
                <a:gd name="connsiteX44" fmla="*/ 788742 w 1722566"/>
                <a:gd name="connsiteY44" fmla="*/ 1930611 h 2735147"/>
                <a:gd name="connsiteX0" fmla="*/ 788742 w 1722566"/>
                <a:gd name="connsiteY0" fmla="*/ 1930611 h 2735147"/>
                <a:gd name="connsiteX1" fmla="*/ 795819 w 1722566"/>
                <a:gd name="connsiteY1" fmla="*/ 2260188 h 2735147"/>
                <a:gd name="connsiteX2" fmla="*/ 876181 w 1722566"/>
                <a:gd name="connsiteY2" fmla="*/ 2684333 h 2735147"/>
                <a:gd name="connsiteX3" fmla="*/ 393598 w 1722566"/>
                <a:gd name="connsiteY3" fmla="*/ 2684332 h 2735147"/>
                <a:gd name="connsiteX4" fmla="*/ 283690 w 1722566"/>
                <a:gd name="connsiteY4" fmla="*/ 1751553 h 2735147"/>
                <a:gd name="connsiteX5" fmla="*/ 215130 w 1722566"/>
                <a:gd name="connsiteY5" fmla="*/ 1500821 h 2735147"/>
                <a:gd name="connsiteX6" fmla="*/ 35309 w 1722566"/>
                <a:gd name="connsiteY6" fmla="*/ 852445 h 2735147"/>
                <a:gd name="connsiteX7" fmla="*/ 4751 w 1722566"/>
                <a:gd name="connsiteY7" fmla="*/ 753720 h 2735147"/>
                <a:gd name="connsiteX8" fmla="*/ 50 w 1722566"/>
                <a:gd name="connsiteY8" fmla="*/ 725904 h 2735147"/>
                <a:gd name="connsiteX9" fmla="*/ 50 w 1722566"/>
                <a:gd name="connsiteY9" fmla="*/ 482224 h 2735147"/>
                <a:gd name="connsiteX10" fmla="*/ 1617 w 1722566"/>
                <a:gd name="connsiteY10" fmla="*/ 467337 h 2735147"/>
                <a:gd name="connsiteX11" fmla="*/ 15329 w 1722566"/>
                <a:gd name="connsiteY11" fmla="*/ 466945 h 2735147"/>
                <a:gd name="connsiteX12" fmla="*/ 34525 w 1722566"/>
                <a:gd name="connsiteY12" fmla="*/ 484183 h 2735147"/>
                <a:gd name="connsiteX13" fmla="*/ 158324 w 1722566"/>
                <a:gd name="connsiteY13" fmla="*/ 602497 h 2735147"/>
                <a:gd name="connsiteX14" fmla="*/ 184181 w 1722566"/>
                <a:gd name="connsiteY14" fmla="*/ 631488 h 2735147"/>
                <a:gd name="connsiteX15" fmla="*/ 214739 w 1722566"/>
                <a:gd name="connsiteY15" fmla="*/ 624828 h 2735147"/>
                <a:gd name="connsiteX16" fmla="*/ 316598 w 1722566"/>
                <a:gd name="connsiteY16" fmla="*/ 603281 h 2735147"/>
                <a:gd name="connsiteX17" fmla="*/ 494461 w 1722566"/>
                <a:gd name="connsiteY17" fmla="*/ 579383 h 2735147"/>
                <a:gd name="connsiteX18" fmla="*/ 634714 w 1722566"/>
                <a:gd name="connsiteY18" fmla="*/ 540598 h 2735147"/>
                <a:gd name="connsiteX19" fmla="*/ 749894 w 1722566"/>
                <a:gd name="connsiteY19" fmla="*/ 584084 h 2735147"/>
                <a:gd name="connsiteX20" fmla="*/ 801215 w 1722566"/>
                <a:gd name="connsiteY20" fmla="*/ 721203 h 2735147"/>
                <a:gd name="connsiteX21" fmla="*/ 805525 w 1722566"/>
                <a:gd name="connsiteY21" fmla="*/ 738441 h 2735147"/>
                <a:gd name="connsiteX22" fmla="*/ 828247 w 1722566"/>
                <a:gd name="connsiteY22" fmla="*/ 761947 h 2735147"/>
                <a:gd name="connsiteX23" fmla="*/ 892106 w 1722566"/>
                <a:gd name="connsiteY23" fmla="*/ 799165 h 2735147"/>
                <a:gd name="connsiteX24" fmla="*/ 929715 w 1722566"/>
                <a:gd name="connsiteY24" fmla="*/ 808959 h 2735147"/>
                <a:gd name="connsiteX25" fmla="*/ 951654 w 1722566"/>
                <a:gd name="connsiteY25" fmla="*/ 800732 h 2735147"/>
                <a:gd name="connsiteX26" fmla="*/ 936375 w 1722566"/>
                <a:gd name="connsiteY26" fmla="*/ 781927 h 2735147"/>
                <a:gd name="connsiteX27" fmla="*/ 744801 w 1722566"/>
                <a:gd name="connsiteY27" fmla="*/ 493194 h 2735147"/>
                <a:gd name="connsiteX28" fmla="*/ 619043 w 1722566"/>
                <a:gd name="connsiteY28" fmla="*/ 278505 h 2735147"/>
                <a:gd name="connsiteX29" fmla="*/ 632363 w 1722566"/>
                <a:gd name="connsiteY29" fmla="*/ 248731 h 2735147"/>
                <a:gd name="connsiteX30" fmla="*/ 821196 w 1722566"/>
                <a:gd name="connsiteY30" fmla="*/ 168418 h 2735147"/>
                <a:gd name="connsiteX31" fmla="*/ 884270 w 1722566"/>
                <a:gd name="connsiteY31" fmla="*/ 53238 h 2735147"/>
                <a:gd name="connsiteX32" fmla="*/ 913261 w 1722566"/>
                <a:gd name="connsiteY32" fmla="*/ 9752 h 2735147"/>
                <a:gd name="connsiteX33" fmla="*/ 971634 w 1722566"/>
                <a:gd name="connsiteY33" fmla="*/ 64991 h 2735147"/>
                <a:gd name="connsiteX34" fmla="*/ 1198077 w 1722566"/>
                <a:gd name="connsiteY34" fmla="*/ 294567 h 2735147"/>
                <a:gd name="connsiteX35" fmla="*/ 1428828 w 1722566"/>
                <a:gd name="connsiteY35" fmla="*/ 554701 h 2735147"/>
                <a:gd name="connsiteX36" fmla="*/ 1704632 w 1722566"/>
                <a:gd name="connsiteY36" fmla="*/ 927665 h 2735147"/>
                <a:gd name="connsiteX37" fmla="*/ 1718736 w 1722566"/>
                <a:gd name="connsiteY37" fmla="*/ 1061649 h 2735147"/>
                <a:gd name="connsiteX38" fmla="*/ 1661930 w 1722566"/>
                <a:gd name="connsiteY38" fmla="*/ 1210521 h 2735147"/>
                <a:gd name="connsiteX39" fmla="*/ 1510707 w 1722566"/>
                <a:gd name="connsiteY39" fmla="*/ 1304545 h 2735147"/>
                <a:gd name="connsiteX40" fmla="*/ 1153807 w 1722566"/>
                <a:gd name="connsiteY40" fmla="*/ 1446366 h 2735147"/>
                <a:gd name="connsiteX41" fmla="*/ 968500 w 1722566"/>
                <a:gd name="connsiteY41" fmla="*/ 1505914 h 2735147"/>
                <a:gd name="connsiteX42" fmla="*/ 817670 w 1722566"/>
                <a:gd name="connsiteY42" fmla="*/ 1537256 h 2735147"/>
                <a:gd name="connsiteX43" fmla="*/ 791029 w 1722566"/>
                <a:gd name="connsiteY43" fmla="*/ 1627362 h 2735147"/>
                <a:gd name="connsiteX44" fmla="*/ 788742 w 1722566"/>
                <a:gd name="connsiteY44" fmla="*/ 1930611 h 2735147"/>
                <a:gd name="connsiteX0" fmla="*/ 788742 w 1722566"/>
                <a:gd name="connsiteY0" fmla="*/ 1930611 h 2684333"/>
                <a:gd name="connsiteX1" fmla="*/ 795819 w 1722566"/>
                <a:gd name="connsiteY1" fmla="*/ 2260188 h 2684333"/>
                <a:gd name="connsiteX2" fmla="*/ 876181 w 1722566"/>
                <a:gd name="connsiteY2" fmla="*/ 2684333 h 2684333"/>
                <a:gd name="connsiteX3" fmla="*/ 393598 w 1722566"/>
                <a:gd name="connsiteY3" fmla="*/ 2684332 h 2684333"/>
                <a:gd name="connsiteX4" fmla="*/ 283690 w 1722566"/>
                <a:gd name="connsiteY4" fmla="*/ 1751553 h 2684333"/>
                <a:gd name="connsiteX5" fmla="*/ 215130 w 1722566"/>
                <a:gd name="connsiteY5" fmla="*/ 1500821 h 2684333"/>
                <a:gd name="connsiteX6" fmla="*/ 35309 w 1722566"/>
                <a:gd name="connsiteY6" fmla="*/ 852445 h 2684333"/>
                <a:gd name="connsiteX7" fmla="*/ 4751 w 1722566"/>
                <a:gd name="connsiteY7" fmla="*/ 753720 h 2684333"/>
                <a:gd name="connsiteX8" fmla="*/ 50 w 1722566"/>
                <a:gd name="connsiteY8" fmla="*/ 725904 h 2684333"/>
                <a:gd name="connsiteX9" fmla="*/ 50 w 1722566"/>
                <a:gd name="connsiteY9" fmla="*/ 482224 h 2684333"/>
                <a:gd name="connsiteX10" fmla="*/ 1617 w 1722566"/>
                <a:gd name="connsiteY10" fmla="*/ 467337 h 2684333"/>
                <a:gd name="connsiteX11" fmla="*/ 15329 w 1722566"/>
                <a:gd name="connsiteY11" fmla="*/ 466945 h 2684333"/>
                <a:gd name="connsiteX12" fmla="*/ 34525 w 1722566"/>
                <a:gd name="connsiteY12" fmla="*/ 484183 h 2684333"/>
                <a:gd name="connsiteX13" fmla="*/ 158324 w 1722566"/>
                <a:gd name="connsiteY13" fmla="*/ 602497 h 2684333"/>
                <a:gd name="connsiteX14" fmla="*/ 184181 w 1722566"/>
                <a:gd name="connsiteY14" fmla="*/ 631488 h 2684333"/>
                <a:gd name="connsiteX15" fmla="*/ 214739 w 1722566"/>
                <a:gd name="connsiteY15" fmla="*/ 624828 h 2684333"/>
                <a:gd name="connsiteX16" fmla="*/ 316598 w 1722566"/>
                <a:gd name="connsiteY16" fmla="*/ 603281 h 2684333"/>
                <a:gd name="connsiteX17" fmla="*/ 494461 w 1722566"/>
                <a:gd name="connsiteY17" fmla="*/ 579383 h 2684333"/>
                <a:gd name="connsiteX18" fmla="*/ 634714 w 1722566"/>
                <a:gd name="connsiteY18" fmla="*/ 540598 h 2684333"/>
                <a:gd name="connsiteX19" fmla="*/ 749894 w 1722566"/>
                <a:gd name="connsiteY19" fmla="*/ 584084 h 2684333"/>
                <a:gd name="connsiteX20" fmla="*/ 801215 w 1722566"/>
                <a:gd name="connsiteY20" fmla="*/ 721203 h 2684333"/>
                <a:gd name="connsiteX21" fmla="*/ 805525 w 1722566"/>
                <a:gd name="connsiteY21" fmla="*/ 738441 h 2684333"/>
                <a:gd name="connsiteX22" fmla="*/ 828247 w 1722566"/>
                <a:gd name="connsiteY22" fmla="*/ 761947 h 2684333"/>
                <a:gd name="connsiteX23" fmla="*/ 892106 w 1722566"/>
                <a:gd name="connsiteY23" fmla="*/ 799165 h 2684333"/>
                <a:gd name="connsiteX24" fmla="*/ 929715 w 1722566"/>
                <a:gd name="connsiteY24" fmla="*/ 808959 h 2684333"/>
                <a:gd name="connsiteX25" fmla="*/ 951654 w 1722566"/>
                <a:gd name="connsiteY25" fmla="*/ 800732 h 2684333"/>
                <a:gd name="connsiteX26" fmla="*/ 936375 w 1722566"/>
                <a:gd name="connsiteY26" fmla="*/ 781927 h 2684333"/>
                <a:gd name="connsiteX27" fmla="*/ 744801 w 1722566"/>
                <a:gd name="connsiteY27" fmla="*/ 493194 h 2684333"/>
                <a:gd name="connsiteX28" fmla="*/ 619043 w 1722566"/>
                <a:gd name="connsiteY28" fmla="*/ 278505 h 2684333"/>
                <a:gd name="connsiteX29" fmla="*/ 632363 w 1722566"/>
                <a:gd name="connsiteY29" fmla="*/ 248731 h 2684333"/>
                <a:gd name="connsiteX30" fmla="*/ 821196 w 1722566"/>
                <a:gd name="connsiteY30" fmla="*/ 168418 h 2684333"/>
                <a:gd name="connsiteX31" fmla="*/ 884270 w 1722566"/>
                <a:gd name="connsiteY31" fmla="*/ 53238 h 2684333"/>
                <a:gd name="connsiteX32" fmla="*/ 913261 w 1722566"/>
                <a:gd name="connsiteY32" fmla="*/ 9752 h 2684333"/>
                <a:gd name="connsiteX33" fmla="*/ 971634 w 1722566"/>
                <a:gd name="connsiteY33" fmla="*/ 64991 h 2684333"/>
                <a:gd name="connsiteX34" fmla="*/ 1198077 w 1722566"/>
                <a:gd name="connsiteY34" fmla="*/ 294567 h 2684333"/>
                <a:gd name="connsiteX35" fmla="*/ 1428828 w 1722566"/>
                <a:gd name="connsiteY35" fmla="*/ 554701 h 2684333"/>
                <a:gd name="connsiteX36" fmla="*/ 1704632 w 1722566"/>
                <a:gd name="connsiteY36" fmla="*/ 927665 h 2684333"/>
                <a:gd name="connsiteX37" fmla="*/ 1718736 w 1722566"/>
                <a:gd name="connsiteY37" fmla="*/ 1061649 h 2684333"/>
                <a:gd name="connsiteX38" fmla="*/ 1661930 w 1722566"/>
                <a:gd name="connsiteY38" fmla="*/ 1210521 h 2684333"/>
                <a:gd name="connsiteX39" fmla="*/ 1510707 w 1722566"/>
                <a:gd name="connsiteY39" fmla="*/ 1304545 h 2684333"/>
                <a:gd name="connsiteX40" fmla="*/ 1153807 w 1722566"/>
                <a:gd name="connsiteY40" fmla="*/ 1446366 h 2684333"/>
                <a:gd name="connsiteX41" fmla="*/ 968500 w 1722566"/>
                <a:gd name="connsiteY41" fmla="*/ 1505914 h 2684333"/>
                <a:gd name="connsiteX42" fmla="*/ 817670 w 1722566"/>
                <a:gd name="connsiteY42" fmla="*/ 1537256 h 2684333"/>
                <a:gd name="connsiteX43" fmla="*/ 791029 w 1722566"/>
                <a:gd name="connsiteY43" fmla="*/ 1627362 h 2684333"/>
                <a:gd name="connsiteX44" fmla="*/ 788742 w 1722566"/>
                <a:gd name="connsiteY44" fmla="*/ 1930611 h 2684333"/>
                <a:gd name="connsiteX0" fmla="*/ 788742 w 1722566"/>
                <a:gd name="connsiteY0" fmla="*/ 1930611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788742 w 1722566"/>
                <a:gd name="connsiteY44" fmla="*/ 1930611 h 2684332"/>
                <a:gd name="connsiteX0" fmla="*/ 788742 w 1722566"/>
                <a:gd name="connsiteY0" fmla="*/ 1930611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788742 w 1722566"/>
                <a:gd name="connsiteY44" fmla="*/ 1930611 h 2684332"/>
                <a:gd name="connsiteX0" fmla="*/ 766585 w 1722566"/>
                <a:gd name="connsiteY0" fmla="*/ 1974925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766585 w 1722566"/>
                <a:gd name="connsiteY44" fmla="*/ 1974925 h 2684332"/>
                <a:gd name="connsiteX0" fmla="*/ 788742 w 1722566"/>
                <a:gd name="connsiteY0" fmla="*/ 1924281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788742 w 1722566"/>
                <a:gd name="connsiteY44" fmla="*/ 1924281 h 2684332"/>
                <a:gd name="connsiteX0" fmla="*/ 788742 w 1722566"/>
                <a:gd name="connsiteY0" fmla="*/ 1924281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788742 w 1722566"/>
                <a:gd name="connsiteY44" fmla="*/ 1924281 h 2684332"/>
                <a:gd name="connsiteX0" fmla="*/ 807733 w 1722566"/>
                <a:gd name="connsiteY0" fmla="*/ 2031899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807733 w 1722566"/>
                <a:gd name="connsiteY44" fmla="*/ 2031899 h 2684332"/>
                <a:gd name="connsiteX0" fmla="*/ 807733 w 1722566"/>
                <a:gd name="connsiteY0" fmla="*/ 2031899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807733 w 1722566"/>
                <a:gd name="connsiteY44" fmla="*/ 2031899 h 2684332"/>
                <a:gd name="connsiteX0" fmla="*/ 826725 w 1722566"/>
                <a:gd name="connsiteY0" fmla="*/ 1971760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826725 w 1722566"/>
                <a:gd name="connsiteY44" fmla="*/ 1971760 h 2684332"/>
                <a:gd name="connsiteX0" fmla="*/ 826725 w 1722566"/>
                <a:gd name="connsiteY0" fmla="*/ 1971760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826725 w 1722566"/>
                <a:gd name="connsiteY44" fmla="*/ 1971760 h 2684332"/>
                <a:gd name="connsiteX0" fmla="*/ 788742 w 1722566"/>
                <a:gd name="connsiteY0" fmla="*/ 1965430 h 2684332"/>
                <a:gd name="connsiteX1" fmla="*/ 795819 w 1722566"/>
                <a:gd name="connsiteY1" fmla="*/ 2260188 h 2684332"/>
                <a:gd name="connsiteX2" fmla="*/ 812876 w 1722566"/>
                <a:gd name="connsiteY2" fmla="*/ 2678002 h 2684332"/>
                <a:gd name="connsiteX3" fmla="*/ 393598 w 1722566"/>
                <a:gd name="connsiteY3" fmla="*/ 2684332 h 2684332"/>
                <a:gd name="connsiteX4" fmla="*/ 283690 w 1722566"/>
                <a:gd name="connsiteY4" fmla="*/ 1751553 h 2684332"/>
                <a:gd name="connsiteX5" fmla="*/ 215130 w 1722566"/>
                <a:gd name="connsiteY5" fmla="*/ 1500821 h 2684332"/>
                <a:gd name="connsiteX6" fmla="*/ 35309 w 1722566"/>
                <a:gd name="connsiteY6" fmla="*/ 852445 h 2684332"/>
                <a:gd name="connsiteX7" fmla="*/ 4751 w 1722566"/>
                <a:gd name="connsiteY7" fmla="*/ 753720 h 2684332"/>
                <a:gd name="connsiteX8" fmla="*/ 50 w 1722566"/>
                <a:gd name="connsiteY8" fmla="*/ 725904 h 2684332"/>
                <a:gd name="connsiteX9" fmla="*/ 50 w 1722566"/>
                <a:gd name="connsiteY9" fmla="*/ 482224 h 2684332"/>
                <a:gd name="connsiteX10" fmla="*/ 1617 w 1722566"/>
                <a:gd name="connsiteY10" fmla="*/ 467337 h 2684332"/>
                <a:gd name="connsiteX11" fmla="*/ 15329 w 1722566"/>
                <a:gd name="connsiteY11" fmla="*/ 466945 h 2684332"/>
                <a:gd name="connsiteX12" fmla="*/ 34525 w 1722566"/>
                <a:gd name="connsiteY12" fmla="*/ 484183 h 2684332"/>
                <a:gd name="connsiteX13" fmla="*/ 158324 w 1722566"/>
                <a:gd name="connsiteY13" fmla="*/ 602497 h 2684332"/>
                <a:gd name="connsiteX14" fmla="*/ 184181 w 1722566"/>
                <a:gd name="connsiteY14" fmla="*/ 631488 h 2684332"/>
                <a:gd name="connsiteX15" fmla="*/ 214739 w 1722566"/>
                <a:gd name="connsiteY15" fmla="*/ 624828 h 2684332"/>
                <a:gd name="connsiteX16" fmla="*/ 316598 w 1722566"/>
                <a:gd name="connsiteY16" fmla="*/ 603281 h 2684332"/>
                <a:gd name="connsiteX17" fmla="*/ 494461 w 1722566"/>
                <a:gd name="connsiteY17" fmla="*/ 579383 h 2684332"/>
                <a:gd name="connsiteX18" fmla="*/ 634714 w 1722566"/>
                <a:gd name="connsiteY18" fmla="*/ 540598 h 2684332"/>
                <a:gd name="connsiteX19" fmla="*/ 749894 w 1722566"/>
                <a:gd name="connsiteY19" fmla="*/ 584084 h 2684332"/>
                <a:gd name="connsiteX20" fmla="*/ 801215 w 1722566"/>
                <a:gd name="connsiteY20" fmla="*/ 721203 h 2684332"/>
                <a:gd name="connsiteX21" fmla="*/ 805525 w 1722566"/>
                <a:gd name="connsiteY21" fmla="*/ 738441 h 2684332"/>
                <a:gd name="connsiteX22" fmla="*/ 828247 w 1722566"/>
                <a:gd name="connsiteY22" fmla="*/ 761947 h 2684332"/>
                <a:gd name="connsiteX23" fmla="*/ 892106 w 1722566"/>
                <a:gd name="connsiteY23" fmla="*/ 799165 h 2684332"/>
                <a:gd name="connsiteX24" fmla="*/ 929715 w 1722566"/>
                <a:gd name="connsiteY24" fmla="*/ 808959 h 2684332"/>
                <a:gd name="connsiteX25" fmla="*/ 951654 w 1722566"/>
                <a:gd name="connsiteY25" fmla="*/ 800732 h 2684332"/>
                <a:gd name="connsiteX26" fmla="*/ 936375 w 1722566"/>
                <a:gd name="connsiteY26" fmla="*/ 781927 h 2684332"/>
                <a:gd name="connsiteX27" fmla="*/ 744801 w 1722566"/>
                <a:gd name="connsiteY27" fmla="*/ 493194 h 2684332"/>
                <a:gd name="connsiteX28" fmla="*/ 619043 w 1722566"/>
                <a:gd name="connsiteY28" fmla="*/ 278505 h 2684332"/>
                <a:gd name="connsiteX29" fmla="*/ 632363 w 1722566"/>
                <a:gd name="connsiteY29" fmla="*/ 248731 h 2684332"/>
                <a:gd name="connsiteX30" fmla="*/ 821196 w 1722566"/>
                <a:gd name="connsiteY30" fmla="*/ 168418 h 2684332"/>
                <a:gd name="connsiteX31" fmla="*/ 884270 w 1722566"/>
                <a:gd name="connsiteY31" fmla="*/ 53238 h 2684332"/>
                <a:gd name="connsiteX32" fmla="*/ 913261 w 1722566"/>
                <a:gd name="connsiteY32" fmla="*/ 9752 h 2684332"/>
                <a:gd name="connsiteX33" fmla="*/ 971634 w 1722566"/>
                <a:gd name="connsiteY33" fmla="*/ 64991 h 2684332"/>
                <a:gd name="connsiteX34" fmla="*/ 1198077 w 1722566"/>
                <a:gd name="connsiteY34" fmla="*/ 294567 h 2684332"/>
                <a:gd name="connsiteX35" fmla="*/ 1428828 w 1722566"/>
                <a:gd name="connsiteY35" fmla="*/ 554701 h 2684332"/>
                <a:gd name="connsiteX36" fmla="*/ 1704632 w 1722566"/>
                <a:gd name="connsiteY36" fmla="*/ 927665 h 2684332"/>
                <a:gd name="connsiteX37" fmla="*/ 1718736 w 1722566"/>
                <a:gd name="connsiteY37" fmla="*/ 1061649 h 2684332"/>
                <a:gd name="connsiteX38" fmla="*/ 1661930 w 1722566"/>
                <a:gd name="connsiteY38" fmla="*/ 1210521 h 2684332"/>
                <a:gd name="connsiteX39" fmla="*/ 1510707 w 1722566"/>
                <a:gd name="connsiteY39" fmla="*/ 1304545 h 2684332"/>
                <a:gd name="connsiteX40" fmla="*/ 1153807 w 1722566"/>
                <a:gd name="connsiteY40" fmla="*/ 1446366 h 2684332"/>
                <a:gd name="connsiteX41" fmla="*/ 968500 w 1722566"/>
                <a:gd name="connsiteY41" fmla="*/ 1505914 h 2684332"/>
                <a:gd name="connsiteX42" fmla="*/ 817670 w 1722566"/>
                <a:gd name="connsiteY42" fmla="*/ 1537256 h 2684332"/>
                <a:gd name="connsiteX43" fmla="*/ 791029 w 1722566"/>
                <a:gd name="connsiteY43" fmla="*/ 1627362 h 2684332"/>
                <a:gd name="connsiteX44" fmla="*/ 788742 w 1722566"/>
                <a:gd name="connsiteY44" fmla="*/ 1965430 h 268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22566" h="2684332">
                  <a:moveTo>
                    <a:pt x="788742" y="1965430"/>
                  </a:moveTo>
                  <a:cubicBezTo>
                    <a:pt x="787268" y="2103823"/>
                    <a:pt x="791797" y="2141426"/>
                    <a:pt x="795819" y="2260188"/>
                  </a:cubicBezTo>
                  <a:cubicBezTo>
                    <a:pt x="799841" y="2378950"/>
                    <a:pt x="805512" y="2559162"/>
                    <a:pt x="812876" y="2678002"/>
                  </a:cubicBezTo>
                  <a:lnTo>
                    <a:pt x="393598" y="2684332"/>
                  </a:lnTo>
                  <a:cubicBezTo>
                    <a:pt x="387721" y="2679631"/>
                    <a:pt x="285257" y="1758213"/>
                    <a:pt x="283690" y="1751553"/>
                  </a:cubicBezTo>
                  <a:cubicBezTo>
                    <a:pt x="260575" y="1668106"/>
                    <a:pt x="238245" y="1584268"/>
                    <a:pt x="215130" y="1500821"/>
                  </a:cubicBezTo>
                  <a:cubicBezTo>
                    <a:pt x="155582" y="1284565"/>
                    <a:pt x="96816" y="1068309"/>
                    <a:pt x="35309" y="852445"/>
                  </a:cubicBezTo>
                  <a:cubicBezTo>
                    <a:pt x="25906" y="819145"/>
                    <a:pt x="16504" y="786236"/>
                    <a:pt x="4751" y="753720"/>
                  </a:cubicBezTo>
                  <a:cubicBezTo>
                    <a:pt x="1617" y="744709"/>
                    <a:pt x="-342" y="735306"/>
                    <a:pt x="50" y="725904"/>
                  </a:cubicBezTo>
                  <a:lnTo>
                    <a:pt x="50" y="482224"/>
                  </a:lnTo>
                  <a:cubicBezTo>
                    <a:pt x="50" y="477131"/>
                    <a:pt x="-342" y="472038"/>
                    <a:pt x="1617" y="467337"/>
                  </a:cubicBezTo>
                  <a:cubicBezTo>
                    <a:pt x="5926" y="459894"/>
                    <a:pt x="11019" y="463811"/>
                    <a:pt x="15329" y="466945"/>
                  </a:cubicBezTo>
                  <a:cubicBezTo>
                    <a:pt x="22380" y="472038"/>
                    <a:pt x="28649" y="477915"/>
                    <a:pt x="34525" y="484183"/>
                  </a:cubicBezTo>
                  <a:cubicBezTo>
                    <a:pt x="74877" y="524535"/>
                    <a:pt x="118364" y="561753"/>
                    <a:pt x="158324" y="602497"/>
                  </a:cubicBezTo>
                  <a:cubicBezTo>
                    <a:pt x="166159" y="610724"/>
                    <a:pt x="173995" y="626395"/>
                    <a:pt x="184181" y="631488"/>
                  </a:cubicBezTo>
                  <a:cubicBezTo>
                    <a:pt x="202986" y="640499"/>
                    <a:pt x="195542" y="633839"/>
                    <a:pt x="214739" y="624828"/>
                  </a:cubicBezTo>
                  <a:cubicBezTo>
                    <a:pt x="247255" y="609549"/>
                    <a:pt x="281731" y="608374"/>
                    <a:pt x="316598" y="603281"/>
                  </a:cubicBezTo>
                  <a:lnTo>
                    <a:pt x="494461" y="579383"/>
                  </a:lnTo>
                  <a:cubicBezTo>
                    <a:pt x="543040" y="572723"/>
                    <a:pt x="588485" y="555093"/>
                    <a:pt x="634714" y="540598"/>
                  </a:cubicBezTo>
                  <a:cubicBezTo>
                    <a:pt x="684468" y="524927"/>
                    <a:pt x="724037" y="536680"/>
                    <a:pt x="749894" y="584084"/>
                  </a:cubicBezTo>
                  <a:cubicBezTo>
                    <a:pt x="773792" y="627570"/>
                    <a:pt x="787503" y="674191"/>
                    <a:pt x="801215" y="721203"/>
                  </a:cubicBezTo>
                  <a:cubicBezTo>
                    <a:pt x="802782" y="726688"/>
                    <a:pt x="804350" y="732564"/>
                    <a:pt x="805525" y="738441"/>
                  </a:cubicBezTo>
                  <a:cubicBezTo>
                    <a:pt x="807875" y="751761"/>
                    <a:pt x="814927" y="758421"/>
                    <a:pt x="828247" y="761947"/>
                  </a:cubicBezTo>
                  <a:cubicBezTo>
                    <a:pt x="852929" y="768215"/>
                    <a:pt x="874868" y="780752"/>
                    <a:pt x="892106" y="799165"/>
                  </a:cubicBezTo>
                  <a:cubicBezTo>
                    <a:pt x="903467" y="811310"/>
                    <a:pt x="915220" y="813660"/>
                    <a:pt x="929715" y="808959"/>
                  </a:cubicBezTo>
                  <a:cubicBezTo>
                    <a:pt x="937551" y="806608"/>
                    <a:pt x="949696" y="807000"/>
                    <a:pt x="951654" y="800732"/>
                  </a:cubicBezTo>
                  <a:cubicBezTo>
                    <a:pt x="953613" y="792896"/>
                    <a:pt x="942644" y="787412"/>
                    <a:pt x="936375" y="781927"/>
                  </a:cubicBezTo>
                  <a:cubicBezTo>
                    <a:pt x="852537" y="709058"/>
                    <a:pt x="800824" y="587218"/>
                    <a:pt x="744801" y="493194"/>
                  </a:cubicBezTo>
                  <a:cubicBezTo>
                    <a:pt x="703273" y="423851"/>
                    <a:pt x="660179" y="349415"/>
                    <a:pt x="619043" y="278505"/>
                  </a:cubicBezTo>
                  <a:cubicBezTo>
                    <a:pt x="609249" y="261267"/>
                    <a:pt x="612775" y="253432"/>
                    <a:pt x="632363" y="248731"/>
                  </a:cubicBezTo>
                  <a:cubicBezTo>
                    <a:pt x="707975" y="252256"/>
                    <a:pt x="767523" y="216997"/>
                    <a:pt x="821196" y="168418"/>
                  </a:cubicBezTo>
                  <a:cubicBezTo>
                    <a:pt x="858022" y="135118"/>
                    <a:pt x="883095" y="104560"/>
                    <a:pt x="884270" y="53238"/>
                  </a:cubicBezTo>
                  <a:cubicBezTo>
                    <a:pt x="884662" y="36392"/>
                    <a:pt x="879177" y="-23157"/>
                    <a:pt x="913261" y="9752"/>
                  </a:cubicBezTo>
                  <a:cubicBezTo>
                    <a:pt x="932458" y="28165"/>
                    <a:pt x="952438" y="46186"/>
                    <a:pt x="971634" y="64991"/>
                  </a:cubicBezTo>
                  <a:cubicBezTo>
                    <a:pt x="1048029" y="140994"/>
                    <a:pt x="1124816" y="215822"/>
                    <a:pt x="1198077" y="294567"/>
                  </a:cubicBezTo>
                  <a:cubicBezTo>
                    <a:pt x="1277214" y="379189"/>
                    <a:pt x="1353608" y="466554"/>
                    <a:pt x="1428828" y="554701"/>
                  </a:cubicBezTo>
                  <a:cubicBezTo>
                    <a:pt x="1524811" y="667139"/>
                    <a:pt x="1643517" y="789371"/>
                    <a:pt x="1704632" y="927665"/>
                  </a:cubicBezTo>
                  <a:cubicBezTo>
                    <a:pt x="1723437" y="969976"/>
                    <a:pt x="1726180" y="1016204"/>
                    <a:pt x="1718736" y="1061649"/>
                  </a:cubicBezTo>
                  <a:cubicBezTo>
                    <a:pt x="1710117" y="1114146"/>
                    <a:pt x="1693663" y="1167427"/>
                    <a:pt x="1661930" y="1210521"/>
                  </a:cubicBezTo>
                  <a:cubicBezTo>
                    <a:pt x="1623537" y="1263018"/>
                    <a:pt x="1569081" y="1281823"/>
                    <a:pt x="1510707" y="1304545"/>
                  </a:cubicBezTo>
                  <a:cubicBezTo>
                    <a:pt x="1391610" y="1351166"/>
                    <a:pt x="1274079" y="1402487"/>
                    <a:pt x="1153807" y="1446366"/>
                  </a:cubicBezTo>
                  <a:cubicBezTo>
                    <a:pt x="1092691" y="1468696"/>
                    <a:pt x="1031183" y="1489068"/>
                    <a:pt x="968500" y="1505914"/>
                  </a:cubicBezTo>
                  <a:cubicBezTo>
                    <a:pt x="920705" y="1518843"/>
                    <a:pt x="862723" y="1516100"/>
                    <a:pt x="817670" y="1537256"/>
                  </a:cubicBezTo>
                  <a:cubicBezTo>
                    <a:pt x="786328" y="1552143"/>
                    <a:pt x="790638" y="1598763"/>
                    <a:pt x="791029" y="1627362"/>
                  </a:cubicBezTo>
                  <a:cubicBezTo>
                    <a:pt x="792205" y="1653219"/>
                    <a:pt x="777460" y="1838191"/>
                    <a:pt x="788742" y="1965430"/>
                  </a:cubicBezTo>
                  <a:close/>
                </a:path>
              </a:pathLst>
            </a:custGeom>
            <a:solidFill>
              <a:srgbClr val="000000"/>
            </a:solidFill>
            <a:ln w="3910" cap="flat">
              <a:noFill/>
              <a:prstDash val="solid"/>
              <a:miter/>
            </a:ln>
          </p:spPr>
          <p:txBody>
            <a:bodyPr rtlCol="0" anchor="ctr"/>
            <a:lstStyle/>
            <a:p>
              <a:endParaRPr lang="en-US"/>
            </a:p>
          </p:txBody>
        </p:sp>
        <p:sp>
          <p:nvSpPr>
            <p:cNvPr id="10" name="Freeform: Shape 81">
              <a:extLst>
                <a:ext uri="{FF2B5EF4-FFF2-40B4-BE49-F238E27FC236}">
                  <a16:creationId xmlns="" xmlns:a16="http://schemas.microsoft.com/office/drawing/2014/main" id="{DF1FD49E-2F52-4972-8FB7-11C3AE59ABF1}"/>
                </a:ext>
              </a:extLst>
            </p:cNvPr>
            <p:cNvSpPr/>
            <p:nvPr/>
          </p:nvSpPr>
          <p:spPr>
            <a:xfrm>
              <a:off x="2696175" y="2808820"/>
              <a:ext cx="553790" cy="516153"/>
            </a:xfrm>
            <a:custGeom>
              <a:avLst/>
              <a:gdLst>
                <a:gd name="connsiteX0" fmla="*/ 391768 w 403521"/>
                <a:gd name="connsiteY0" fmla="*/ 180007 h 376097"/>
                <a:gd name="connsiteX1" fmla="*/ 399603 w 403521"/>
                <a:gd name="connsiteY1" fmla="*/ 190977 h 376097"/>
                <a:gd name="connsiteX2" fmla="*/ 401562 w 403521"/>
                <a:gd name="connsiteY2" fmla="*/ 207823 h 376097"/>
                <a:gd name="connsiteX3" fmla="*/ 388242 w 403521"/>
                <a:gd name="connsiteY3" fmla="*/ 225844 h 376097"/>
                <a:gd name="connsiteX4" fmla="*/ 295393 w 403521"/>
                <a:gd name="connsiteY4" fmla="*/ 370406 h 376097"/>
                <a:gd name="connsiteX5" fmla="*/ 273062 w 403521"/>
                <a:gd name="connsiteY5" fmla="*/ 372365 h 376097"/>
                <a:gd name="connsiteX6" fmla="*/ 0 w 403521"/>
                <a:gd name="connsiteY6" fmla="*/ 143573 h 376097"/>
                <a:gd name="connsiteX7" fmla="*/ 9011 w 403521"/>
                <a:gd name="connsiteY7" fmla="*/ 133387 h 376097"/>
                <a:gd name="connsiteX8" fmla="*/ 30166 w 403521"/>
                <a:gd name="connsiteY8" fmla="*/ 112231 h 376097"/>
                <a:gd name="connsiteX9" fmla="*/ 57982 w 403521"/>
                <a:gd name="connsiteY9" fmla="*/ 84807 h 376097"/>
                <a:gd name="connsiteX10" fmla="*/ 83838 w 403521"/>
                <a:gd name="connsiteY10" fmla="*/ 59734 h 376097"/>
                <a:gd name="connsiteX11" fmla="*/ 94024 w 403521"/>
                <a:gd name="connsiteY11" fmla="*/ 49157 h 376097"/>
                <a:gd name="connsiteX12" fmla="*/ 132809 w 403521"/>
                <a:gd name="connsiteY12" fmla="*/ 10763 h 376097"/>
                <a:gd name="connsiteX13" fmla="*/ 144171 w 403521"/>
                <a:gd name="connsiteY13" fmla="*/ 186 h 376097"/>
                <a:gd name="connsiteX14" fmla="*/ 162975 w 403521"/>
                <a:gd name="connsiteY14" fmla="*/ 6062 h 376097"/>
                <a:gd name="connsiteX15" fmla="*/ 172770 w 403521"/>
                <a:gd name="connsiteY15" fmla="*/ 8021 h 376097"/>
                <a:gd name="connsiteX16" fmla="*/ 187657 w 403521"/>
                <a:gd name="connsiteY16" fmla="*/ 14681 h 376097"/>
                <a:gd name="connsiteX17" fmla="*/ 197059 w 403521"/>
                <a:gd name="connsiteY17" fmla="*/ 18990 h 376097"/>
                <a:gd name="connsiteX18" fmla="*/ 230751 w 403521"/>
                <a:gd name="connsiteY18" fmla="*/ 35836 h 376097"/>
                <a:gd name="connsiteX19" fmla="*/ 239762 w 403521"/>
                <a:gd name="connsiteY19" fmla="*/ 41321 h 376097"/>
                <a:gd name="connsiteX20" fmla="*/ 250732 w 403521"/>
                <a:gd name="connsiteY20" fmla="*/ 47981 h 376097"/>
                <a:gd name="connsiteX21" fmla="*/ 275413 w 403521"/>
                <a:gd name="connsiteY21" fmla="*/ 62477 h 376097"/>
                <a:gd name="connsiteX22" fmla="*/ 323209 w 403521"/>
                <a:gd name="connsiteY22" fmla="*/ 99695 h 376097"/>
                <a:gd name="connsiteX23" fmla="*/ 386283 w 403521"/>
                <a:gd name="connsiteY23" fmla="*/ 170605 h 376097"/>
                <a:gd name="connsiteX24" fmla="*/ 391768 w 403521"/>
                <a:gd name="connsiteY24" fmla="*/ 180007 h 37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03521" h="376097">
                  <a:moveTo>
                    <a:pt x="391768" y="180007"/>
                  </a:moveTo>
                  <a:cubicBezTo>
                    <a:pt x="393335" y="184708"/>
                    <a:pt x="396078" y="188234"/>
                    <a:pt x="399603" y="190977"/>
                  </a:cubicBezTo>
                  <a:cubicBezTo>
                    <a:pt x="406263" y="195678"/>
                    <a:pt x="407439" y="201163"/>
                    <a:pt x="401562" y="207823"/>
                  </a:cubicBezTo>
                  <a:cubicBezTo>
                    <a:pt x="396861" y="213307"/>
                    <a:pt x="394510" y="221143"/>
                    <a:pt x="388242" y="225844"/>
                  </a:cubicBezTo>
                  <a:cubicBezTo>
                    <a:pt x="356509" y="273640"/>
                    <a:pt x="325167" y="321435"/>
                    <a:pt x="295393" y="370406"/>
                  </a:cubicBezTo>
                  <a:cubicBezTo>
                    <a:pt x="289125" y="384118"/>
                    <a:pt x="282073" y="379809"/>
                    <a:pt x="273062" y="372365"/>
                  </a:cubicBezTo>
                  <a:cubicBezTo>
                    <a:pt x="182172" y="295971"/>
                    <a:pt x="91282" y="219967"/>
                    <a:pt x="0" y="143573"/>
                  </a:cubicBezTo>
                  <a:cubicBezTo>
                    <a:pt x="3134" y="140047"/>
                    <a:pt x="5877" y="136913"/>
                    <a:pt x="9011" y="133387"/>
                  </a:cubicBezTo>
                  <a:cubicBezTo>
                    <a:pt x="16062" y="126335"/>
                    <a:pt x="23114" y="119283"/>
                    <a:pt x="30166" y="112231"/>
                  </a:cubicBezTo>
                  <a:cubicBezTo>
                    <a:pt x="37610" y="101262"/>
                    <a:pt x="46229" y="91468"/>
                    <a:pt x="57982" y="84807"/>
                  </a:cubicBezTo>
                  <a:cubicBezTo>
                    <a:pt x="66601" y="76580"/>
                    <a:pt x="75219" y="67961"/>
                    <a:pt x="83838" y="59734"/>
                  </a:cubicBezTo>
                  <a:cubicBezTo>
                    <a:pt x="86581" y="55425"/>
                    <a:pt x="89715" y="51507"/>
                    <a:pt x="94024" y="49157"/>
                  </a:cubicBezTo>
                  <a:cubicBezTo>
                    <a:pt x="108128" y="37404"/>
                    <a:pt x="121056" y="24475"/>
                    <a:pt x="132809" y="10763"/>
                  </a:cubicBezTo>
                  <a:cubicBezTo>
                    <a:pt x="134768" y="5279"/>
                    <a:pt x="139469" y="2928"/>
                    <a:pt x="144171" y="186"/>
                  </a:cubicBezTo>
                  <a:cubicBezTo>
                    <a:pt x="151614" y="-990"/>
                    <a:pt x="156707" y="3711"/>
                    <a:pt x="162975" y="6062"/>
                  </a:cubicBezTo>
                  <a:cubicBezTo>
                    <a:pt x="165718" y="8804"/>
                    <a:pt x="169636" y="7237"/>
                    <a:pt x="172770" y="8021"/>
                  </a:cubicBezTo>
                  <a:cubicBezTo>
                    <a:pt x="178646" y="8413"/>
                    <a:pt x="183347" y="11547"/>
                    <a:pt x="187657" y="14681"/>
                  </a:cubicBezTo>
                  <a:cubicBezTo>
                    <a:pt x="190399" y="17423"/>
                    <a:pt x="193533" y="18599"/>
                    <a:pt x="197059" y="18990"/>
                  </a:cubicBezTo>
                  <a:cubicBezTo>
                    <a:pt x="208812" y="23692"/>
                    <a:pt x="221349" y="26826"/>
                    <a:pt x="230751" y="35836"/>
                  </a:cubicBezTo>
                  <a:cubicBezTo>
                    <a:pt x="233102" y="38579"/>
                    <a:pt x="236236" y="40538"/>
                    <a:pt x="239762" y="41321"/>
                  </a:cubicBezTo>
                  <a:cubicBezTo>
                    <a:pt x="243680" y="42888"/>
                    <a:pt x="247206" y="45239"/>
                    <a:pt x="250732" y="47981"/>
                  </a:cubicBezTo>
                  <a:cubicBezTo>
                    <a:pt x="256608" y="56600"/>
                    <a:pt x="266402" y="58951"/>
                    <a:pt x="275413" y="62477"/>
                  </a:cubicBezTo>
                  <a:cubicBezTo>
                    <a:pt x="294610" y="70704"/>
                    <a:pt x="308713" y="85983"/>
                    <a:pt x="323209" y="99695"/>
                  </a:cubicBezTo>
                  <a:cubicBezTo>
                    <a:pt x="345931" y="121634"/>
                    <a:pt x="367478" y="144748"/>
                    <a:pt x="386283" y="170605"/>
                  </a:cubicBezTo>
                  <a:cubicBezTo>
                    <a:pt x="389026" y="173347"/>
                    <a:pt x="391768" y="176089"/>
                    <a:pt x="391768" y="180007"/>
                  </a:cubicBezTo>
                  <a:close/>
                </a:path>
              </a:pathLst>
            </a:custGeom>
            <a:solidFill>
              <a:srgbClr val="FEFEFE"/>
            </a:solidFill>
            <a:ln w="3910" cap="flat">
              <a:noFill/>
              <a:prstDash val="solid"/>
              <a:miter/>
            </a:ln>
          </p:spPr>
          <p:txBody>
            <a:bodyPr rtlCol="0" anchor="ctr"/>
            <a:lstStyle/>
            <a:p>
              <a:endParaRPr lang="en-US"/>
            </a:p>
          </p:txBody>
        </p:sp>
        <p:sp>
          <p:nvSpPr>
            <p:cNvPr id="11" name="Freeform: Shape 82">
              <a:extLst>
                <a:ext uri="{FF2B5EF4-FFF2-40B4-BE49-F238E27FC236}">
                  <a16:creationId xmlns="" xmlns:a16="http://schemas.microsoft.com/office/drawing/2014/main" id="{672DF299-EF29-4E1B-9AF8-8E30B5A83323}"/>
                </a:ext>
              </a:extLst>
            </p:cNvPr>
            <p:cNvSpPr/>
            <p:nvPr/>
          </p:nvSpPr>
          <p:spPr>
            <a:xfrm>
              <a:off x="5563487" y="2923651"/>
              <a:ext cx="478518" cy="451634"/>
            </a:xfrm>
            <a:custGeom>
              <a:avLst/>
              <a:gdLst>
                <a:gd name="connsiteX0" fmla="*/ 92479 w 348673"/>
                <a:gd name="connsiteY0" fmla="*/ 330221 h 329085"/>
                <a:gd name="connsiteX1" fmla="*/ 4331 w 348673"/>
                <a:gd name="connsiteY1" fmla="*/ 200154 h 329085"/>
                <a:gd name="connsiteX2" fmla="*/ 3939 w 348673"/>
                <a:gd name="connsiteY2" fmla="*/ 188401 h 329085"/>
                <a:gd name="connsiteX3" fmla="*/ 14125 w 348673"/>
                <a:gd name="connsiteY3" fmla="*/ 175081 h 329085"/>
                <a:gd name="connsiteX4" fmla="*/ 223721 w 348673"/>
                <a:gd name="connsiteY4" fmla="*/ 9363 h 329085"/>
                <a:gd name="connsiteX5" fmla="*/ 242526 w 348673"/>
                <a:gd name="connsiteY5" fmla="*/ 352 h 329085"/>
                <a:gd name="connsiteX6" fmla="*/ 333024 w 348673"/>
                <a:gd name="connsiteY6" fmla="*/ 85366 h 329085"/>
                <a:gd name="connsiteX7" fmla="*/ 343602 w 348673"/>
                <a:gd name="connsiteY7" fmla="*/ 93593 h 329085"/>
                <a:gd name="connsiteX8" fmla="*/ 336158 w 348673"/>
                <a:gd name="connsiteY8" fmla="*/ 189968 h 329085"/>
                <a:gd name="connsiteX9" fmla="*/ 159863 w 348673"/>
                <a:gd name="connsiteY9" fmla="*/ 322777 h 329085"/>
                <a:gd name="connsiteX10" fmla="*/ 92479 w 348673"/>
                <a:gd name="connsiteY10" fmla="*/ 330221 h 32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8673" h="329085">
                  <a:moveTo>
                    <a:pt x="92479" y="330221"/>
                  </a:moveTo>
                  <a:cubicBezTo>
                    <a:pt x="63096" y="286735"/>
                    <a:pt x="33713" y="243640"/>
                    <a:pt x="4331" y="200154"/>
                  </a:cubicBezTo>
                  <a:cubicBezTo>
                    <a:pt x="1980" y="196628"/>
                    <a:pt x="-3896" y="192318"/>
                    <a:pt x="3939" y="188401"/>
                  </a:cubicBezTo>
                  <a:cubicBezTo>
                    <a:pt x="4331" y="181349"/>
                    <a:pt x="9816" y="178607"/>
                    <a:pt x="14125" y="175081"/>
                  </a:cubicBezTo>
                  <a:cubicBezTo>
                    <a:pt x="84643" y="120625"/>
                    <a:pt x="153594" y="64602"/>
                    <a:pt x="223721" y="9363"/>
                  </a:cubicBezTo>
                  <a:cubicBezTo>
                    <a:pt x="229206" y="5053"/>
                    <a:pt x="233515" y="-1607"/>
                    <a:pt x="242526" y="352"/>
                  </a:cubicBezTo>
                  <a:cubicBezTo>
                    <a:pt x="272692" y="28951"/>
                    <a:pt x="302858" y="57158"/>
                    <a:pt x="333024" y="85366"/>
                  </a:cubicBezTo>
                  <a:cubicBezTo>
                    <a:pt x="336158" y="88500"/>
                    <a:pt x="338901" y="92418"/>
                    <a:pt x="343602" y="93593"/>
                  </a:cubicBezTo>
                  <a:cubicBezTo>
                    <a:pt x="353788" y="126893"/>
                    <a:pt x="356530" y="160585"/>
                    <a:pt x="336158" y="189968"/>
                  </a:cubicBezTo>
                  <a:cubicBezTo>
                    <a:pt x="292280" y="253434"/>
                    <a:pt x="234299" y="299663"/>
                    <a:pt x="159863" y="322777"/>
                  </a:cubicBezTo>
                  <a:cubicBezTo>
                    <a:pt x="137924" y="330221"/>
                    <a:pt x="115201" y="332180"/>
                    <a:pt x="92479" y="330221"/>
                  </a:cubicBezTo>
                  <a:close/>
                </a:path>
              </a:pathLst>
            </a:custGeom>
            <a:solidFill>
              <a:srgbClr val="FEFEFE"/>
            </a:solidFill>
            <a:ln w="3910" cap="flat">
              <a:noFill/>
              <a:prstDash val="solid"/>
              <a:miter/>
            </a:ln>
          </p:spPr>
          <p:txBody>
            <a:bodyPr rtlCol="0" anchor="ctr"/>
            <a:lstStyle/>
            <a:p>
              <a:endParaRPr lang="en-US"/>
            </a:p>
          </p:txBody>
        </p:sp>
        <p:sp>
          <p:nvSpPr>
            <p:cNvPr id="12" name="Freeform: Shape 84">
              <a:extLst>
                <a:ext uri="{FF2B5EF4-FFF2-40B4-BE49-F238E27FC236}">
                  <a16:creationId xmlns="" xmlns:a16="http://schemas.microsoft.com/office/drawing/2014/main" id="{25C97EEE-FF89-4F3A-A027-8458B65F691A}"/>
                </a:ext>
              </a:extLst>
            </p:cNvPr>
            <p:cNvSpPr/>
            <p:nvPr/>
          </p:nvSpPr>
          <p:spPr>
            <a:xfrm>
              <a:off x="4045703" y="1845050"/>
              <a:ext cx="5377" cy="5377"/>
            </a:xfrm>
            <a:custGeom>
              <a:avLst/>
              <a:gdLst>
                <a:gd name="connsiteX0" fmla="*/ 0 w 0"/>
                <a:gd name="connsiteY0" fmla="*/ 784 h 0"/>
                <a:gd name="connsiteX1" fmla="*/ 0 w 0"/>
                <a:gd name="connsiteY1" fmla="*/ 0 h 0"/>
                <a:gd name="connsiteX2" fmla="*/ 783 w 0"/>
                <a:gd name="connsiteY2" fmla="*/ 392 h 0"/>
                <a:gd name="connsiteX3" fmla="*/ 0 w 0"/>
                <a:gd name="connsiteY3" fmla="*/ 784 h 0"/>
              </a:gdLst>
              <a:ahLst/>
              <a:cxnLst>
                <a:cxn ang="0">
                  <a:pos x="connsiteX0" y="connsiteY0"/>
                </a:cxn>
                <a:cxn ang="0">
                  <a:pos x="connsiteX1" y="connsiteY1"/>
                </a:cxn>
                <a:cxn ang="0">
                  <a:pos x="connsiteX2" y="connsiteY2"/>
                </a:cxn>
                <a:cxn ang="0">
                  <a:pos x="connsiteX3" y="connsiteY3"/>
                </a:cxn>
              </a:cxnLst>
              <a:rect l="l" t="t" r="r" b="b"/>
              <a:pathLst>
                <a:path>
                  <a:moveTo>
                    <a:pt x="0" y="784"/>
                  </a:moveTo>
                  <a:cubicBezTo>
                    <a:pt x="0" y="392"/>
                    <a:pt x="0" y="392"/>
                    <a:pt x="0" y="0"/>
                  </a:cubicBezTo>
                  <a:cubicBezTo>
                    <a:pt x="392" y="0"/>
                    <a:pt x="392" y="392"/>
                    <a:pt x="783" y="392"/>
                  </a:cubicBezTo>
                  <a:cubicBezTo>
                    <a:pt x="783" y="784"/>
                    <a:pt x="392" y="784"/>
                    <a:pt x="0" y="784"/>
                  </a:cubicBezTo>
                  <a:close/>
                </a:path>
              </a:pathLst>
            </a:custGeom>
            <a:solidFill>
              <a:srgbClr val="F4970C"/>
            </a:solidFill>
            <a:ln w="3910" cap="flat">
              <a:noFill/>
              <a:prstDash val="solid"/>
              <a:miter/>
            </a:ln>
          </p:spPr>
          <p:txBody>
            <a:bodyPr rtlCol="0" anchor="ctr"/>
            <a:lstStyle/>
            <a:p>
              <a:endParaRPr lang="en-US"/>
            </a:p>
          </p:txBody>
        </p:sp>
        <p:sp>
          <p:nvSpPr>
            <p:cNvPr id="13" name="Freeform: Shape 85">
              <a:extLst>
                <a:ext uri="{FF2B5EF4-FFF2-40B4-BE49-F238E27FC236}">
                  <a16:creationId xmlns="" xmlns:a16="http://schemas.microsoft.com/office/drawing/2014/main" id="{6E1AC69B-62ED-48DF-A93D-8FFEA283B429}"/>
                </a:ext>
              </a:extLst>
            </p:cNvPr>
            <p:cNvSpPr/>
            <p:nvPr/>
          </p:nvSpPr>
          <p:spPr>
            <a:xfrm>
              <a:off x="3919830" y="3217011"/>
              <a:ext cx="919399" cy="602179"/>
            </a:xfrm>
            <a:custGeom>
              <a:avLst/>
              <a:gdLst>
                <a:gd name="connsiteX0" fmla="*/ 94068 w 669923"/>
                <a:gd name="connsiteY0" fmla="*/ 300593 h 438780"/>
                <a:gd name="connsiteX1" fmla="*/ 44 w 669923"/>
                <a:gd name="connsiteY1" fmla="*/ 4808 h 438780"/>
                <a:gd name="connsiteX2" fmla="*/ 24333 w 669923"/>
                <a:gd name="connsiteY2" fmla="*/ 48295 h 438780"/>
                <a:gd name="connsiteX3" fmla="*/ 140296 w 669923"/>
                <a:gd name="connsiteY3" fmla="*/ 156031 h 438780"/>
                <a:gd name="connsiteX4" fmla="*/ 327953 w 669923"/>
                <a:gd name="connsiteY4" fmla="*/ 196775 h 438780"/>
                <a:gd name="connsiteX5" fmla="*/ 463897 w 669923"/>
                <a:gd name="connsiteY5" fmla="*/ 185805 h 438780"/>
                <a:gd name="connsiteX6" fmla="*/ 628831 w 669923"/>
                <a:gd name="connsiteY6" fmla="*/ 74151 h 438780"/>
                <a:gd name="connsiteX7" fmla="*/ 671534 w 669923"/>
                <a:gd name="connsiteY7" fmla="*/ 107 h 438780"/>
                <a:gd name="connsiteX8" fmla="*/ 573592 w 669923"/>
                <a:gd name="connsiteY8" fmla="*/ 338203 h 438780"/>
                <a:gd name="connsiteX9" fmla="*/ 431380 w 669923"/>
                <a:gd name="connsiteY9" fmla="*/ 424000 h 438780"/>
                <a:gd name="connsiteX10" fmla="*/ 361254 w 669923"/>
                <a:gd name="connsiteY10" fmla="*/ 427918 h 438780"/>
                <a:gd name="connsiteX11" fmla="*/ 94068 w 669923"/>
                <a:gd name="connsiteY11" fmla="*/ 300593 h 43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9923" h="438780">
                  <a:moveTo>
                    <a:pt x="94068" y="300593"/>
                  </a:moveTo>
                  <a:cubicBezTo>
                    <a:pt x="91325" y="281788"/>
                    <a:pt x="-2307" y="11860"/>
                    <a:pt x="44" y="4808"/>
                  </a:cubicBezTo>
                  <a:cubicBezTo>
                    <a:pt x="8662" y="20087"/>
                    <a:pt x="16106" y="34583"/>
                    <a:pt x="24333" y="48295"/>
                  </a:cubicBezTo>
                  <a:cubicBezTo>
                    <a:pt x="51757" y="96090"/>
                    <a:pt x="89367" y="132525"/>
                    <a:pt x="140296" y="156031"/>
                  </a:cubicBezTo>
                  <a:cubicBezTo>
                    <a:pt x="200237" y="183455"/>
                    <a:pt x="262136" y="196775"/>
                    <a:pt x="327953" y="196775"/>
                  </a:cubicBezTo>
                  <a:cubicBezTo>
                    <a:pt x="373790" y="196775"/>
                    <a:pt x="419235" y="196775"/>
                    <a:pt x="463897" y="185805"/>
                  </a:cubicBezTo>
                  <a:cubicBezTo>
                    <a:pt x="532848" y="168568"/>
                    <a:pt x="590438" y="136834"/>
                    <a:pt x="628831" y="74151"/>
                  </a:cubicBezTo>
                  <a:cubicBezTo>
                    <a:pt x="644894" y="47903"/>
                    <a:pt x="671142" y="-2635"/>
                    <a:pt x="671534" y="107"/>
                  </a:cubicBezTo>
                  <a:cubicBezTo>
                    <a:pt x="653513" y="78069"/>
                    <a:pt x="579468" y="331935"/>
                    <a:pt x="573592" y="338203"/>
                  </a:cubicBezTo>
                  <a:cubicBezTo>
                    <a:pt x="529322" y="365627"/>
                    <a:pt x="434122" y="422433"/>
                    <a:pt x="431380" y="424000"/>
                  </a:cubicBezTo>
                  <a:cubicBezTo>
                    <a:pt x="391028" y="448682"/>
                    <a:pt x="402781" y="447506"/>
                    <a:pt x="361254" y="427918"/>
                  </a:cubicBezTo>
                  <a:cubicBezTo>
                    <a:pt x="352243" y="424000"/>
                    <a:pt x="96027" y="302160"/>
                    <a:pt x="94068" y="300593"/>
                  </a:cubicBezTo>
                  <a:close/>
                </a:path>
              </a:pathLst>
            </a:custGeom>
            <a:solidFill>
              <a:schemeClr val="bg1">
                <a:lumMod val="75000"/>
              </a:schemeClr>
            </a:solidFill>
            <a:ln w="3910" cap="flat">
              <a:noFill/>
              <a:prstDash val="solid"/>
              <a:miter/>
            </a:ln>
          </p:spPr>
          <p:txBody>
            <a:bodyPr rtlCol="0" anchor="ctr"/>
            <a:lstStyle/>
            <a:p>
              <a:endParaRPr lang="en-US"/>
            </a:p>
          </p:txBody>
        </p:sp>
        <p:sp>
          <p:nvSpPr>
            <p:cNvPr id="14" name="Freeform: Shape 86">
              <a:extLst>
                <a:ext uri="{FF2B5EF4-FFF2-40B4-BE49-F238E27FC236}">
                  <a16:creationId xmlns="" xmlns:a16="http://schemas.microsoft.com/office/drawing/2014/main" id="{BB64EBEB-E90A-4F62-B4B3-986A96C9401E}"/>
                </a:ext>
              </a:extLst>
            </p:cNvPr>
            <p:cNvSpPr/>
            <p:nvPr/>
          </p:nvSpPr>
          <p:spPr>
            <a:xfrm>
              <a:off x="4874237" y="2316577"/>
              <a:ext cx="311842" cy="365609"/>
            </a:xfrm>
            <a:custGeom>
              <a:avLst/>
              <a:gdLst>
                <a:gd name="connsiteX0" fmla="*/ 155532 w 227225"/>
                <a:gd name="connsiteY0" fmla="*/ 0 h 266402"/>
                <a:gd name="connsiteX1" fmla="*/ 227225 w 227225"/>
                <a:gd name="connsiteY1" fmla="*/ 268753 h 266402"/>
                <a:gd name="connsiteX2" fmla="*/ 0 w 227225"/>
                <a:gd name="connsiteY2" fmla="*/ 119881 h 266402"/>
                <a:gd name="connsiteX3" fmla="*/ 99117 w 227225"/>
                <a:gd name="connsiteY3" fmla="*/ 70910 h 266402"/>
                <a:gd name="connsiteX4" fmla="*/ 155532 w 227225"/>
                <a:gd name="connsiteY4" fmla="*/ 0 h 266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225" h="266402">
                  <a:moveTo>
                    <a:pt x="155532" y="0"/>
                  </a:moveTo>
                  <a:cubicBezTo>
                    <a:pt x="183739" y="98334"/>
                    <a:pt x="220565" y="243680"/>
                    <a:pt x="227225" y="268753"/>
                  </a:cubicBezTo>
                  <a:cubicBezTo>
                    <a:pt x="193142" y="246030"/>
                    <a:pt x="28991" y="137119"/>
                    <a:pt x="0" y="119881"/>
                  </a:cubicBezTo>
                  <a:cubicBezTo>
                    <a:pt x="56414" y="101468"/>
                    <a:pt x="74436" y="87756"/>
                    <a:pt x="99117" y="70910"/>
                  </a:cubicBezTo>
                  <a:cubicBezTo>
                    <a:pt x="128892" y="47796"/>
                    <a:pt x="144562" y="17630"/>
                    <a:pt x="155532" y="0"/>
                  </a:cubicBezTo>
                  <a:close/>
                </a:path>
              </a:pathLst>
            </a:custGeom>
            <a:solidFill>
              <a:schemeClr val="bg1">
                <a:lumMod val="75000"/>
              </a:schemeClr>
            </a:solidFill>
            <a:ln w="3910" cap="flat">
              <a:noFill/>
              <a:prstDash val="solid"/>
              <a:miter/>
            </a:ln>
          </p:spPr>
          <p:txBody>
            <a:bodyPr rtlCol="0" anchor="ctr"/>
            <a:lstStyle/>
            <a:p>
              <a:endParaRPr lang="en-US"/>
            </a:p>
          </p:txBody>
        </p:sp>
        <p:sp>
          <p:nvSpPr>
            <p:cNvPr id="15" name="Freeform: Shape 87">
              <a:extLst>
                <a:ext uri="{FF2B5EF4-FFF2-40B4-BE49-F238E27FC236}">
                  <a16:creationId xmlns="" xmlns:a16="http://schemas.microsoft.com/office/drawing/2014/main" id="{7548BC75-DF85-4C72-87D4-C409A14A94D8}"/>
                </a:ext>
              </a:extLst>
            </p:cNvPr>
            <p:cNvSpPr/>
            <p:nvPr/>
          </p:nvSpPr>
          <p:spPr>
            <a:xfrm>
              <a:off x="3538688" y="2331633"/>
              <a:ext cx="80649" cy="225818"/>
            </a:xfrm>
            <a:custGeom>
              <a:avLst/>
              <a:gdLst>
                <a:gd name="connsiteX0" fmla="*/ 0 w 58765"/>
                <a:gd name="connsiteY0" fmla="*/ 168069 h 164542"/>
                <a:gd name="connsiteX1" fmla="*/ 58765 w 58765"/>
                <a:gd name="connsiteY1" fmla="*/ 0 h 164542"/>
              </a:gdLst>
              <a:ahLst/>
              <a:cxnLst>
                <a:cxn ang="0">
                  <a:pos x="connsiteX0" y="connsiteY0"/>
                </a:cxn>
                <a:cxn ang="0">
                  <a:pos x="connsiteX1" y="connsiteY1"/>
                </a:cxn>
              </a:cxnLst>
              <a:rect l="l" t="t" r="r" b="b"/>
              <a:pathLst>
                <a:path w="58765" h="164542">
                  <a:moveTo>
                    <a:pt x="0" y="168069"/>
                  </a:moveTo>
                  <a:cubicBezTo>
                    <a:pt x="19197" y="114788"/>
                    <a:pt x="52497" y="20372"/>
                    <a:pt x="58765" y="0"/>
                  </a:cubicBezTo>
                </a:path>
              </a:pathLst>
            </a:custGeom>
            <a:solidFill>
              <a:srgbClr val="FEB47A"/>
            </a:solidFill>
            <a:ln w="3910" cap="flat">
              <a:noFill/>
              <a:prstDash val="solid"/>
              <a:miter/>
            </a:ln>
          </p:spPr>
          <p:txBody>
            <a:bodyPr rtlCol="0" anchor="ctr"/>
            <a:lstStyle/>
            <a:p>
              <a:endParaRPr lang="en-US"/>
            </a:p>
          </p:txBody>
        </p:sp>
        <p:sp>
          <p:nvSpPr>
            <p:cNvPr id="16" name="Freeform: Shape 88">
              <a:extLst>
                <a:ext uri="{FF2B5EF4-FFF2-40B4-BE49-F238E27FC236}">
                  <a16:creationId xmlns="" xmlns:a16="http://schemas.microsoft.com/office/drawing/2014/main" id="{D7BD4980-C75A-4383-A991-7289EE8F9DC7}"/>
                </a:ext>
              </a:extLst>
            </p:cNvPr>
            <p:cNvSpPr/>
            <p:nvPr/>
          </p:nvSpPr>
          <p:spPr>
            <a:xfrm>
              <a:off x="3577259" y="1868120"/>
              <a:ext cx="1553839" cy="655946"/>
            </a:xfrm>
            <a:custGeom>
              <a:avLst/>
              <a:gdLst>
                <a:gd name="connsiteX0" fmla="*/ 1128786 w 1132209"/>
                <a:gd name="connsiteY0" fmla="*/ 167321 h 477957"/>
                <a:gd name="connsiteX1" fmla="*/ 1117817 w 1132209"/>
                <a:gd name="connsiteY1" fmla="*/ 127361 h 477957"/>
                <a:gd name="connsiteX2" fmla="*/ 984224 w 1132209"/>
                <a:gd name="connsiteY2" fmla="*/ 2387 h 477957"/>
                <a:gd name="connsiteX3" fmla="*/ 782071 w 1132209"/>
                <a:gd name="connsiteY3" fmla="*/ 88576 h 477957"/>
                <a:gd name="connsiteX4" fmla="*/ 708419 w 1132209"/>
                <a:gd name="connsiteY4" fmla="*/ 111298 h 477957"/>
                <a:gd name="connsiteX5" fmla="*/ 584228 w 1132209"/>
                <a:gd name="connsiteY5" fmla="*/ 79173 h 477957"/>
                <a:gd name="connsiteX6" fmla="*/ 501957 w 1132209"/>
                <a:gd name="connsiteY6" fmla="*/ 83483 h 477957"/>
                <a:gd name="connsiteX7" fmla="*/ 371890 w 1132209"/>
                <a:gd name="connsiteY7" fmla="*/ 116783 h 477957"/>
                <a:gd name="connsiteX8" fmla="*/ 333889 w 1132209"/>
                <a:gd name="connsiteY8" fmla="*/ 90534 h 477957"/>
                <a:gd name="connsiteX9" fmla="*/ 241823 w 1132209"/>
                <a:gd name="connsiteY9" fmla="*/ 45873 h 477957"/>
                <a:gd name="connsiteX10" fmla="*/ 215575 w 1132209"/>
                <a:gd name="connsiteY10" fmla="*/ 40388 h 477957"/>
                <a:gd name="connsiteX11" fmla="*/ 53383 w 1132209"/>
                <a:gd name="connsiteY11" fmla="*/ 93669 h 477957"/>
                <a:gd name="connsiteX12" fmla="*/ 6371 w 1132209"/>
                <a:gd name="connsiteY12" fmla="*/ 164187 h 477957"/>
                <a:gd name="connsiteX13" fmla="*/ 3628 w 1132209"/>
                <a:gd name="connsiteY13" fmla="*/ 257819 h 477957"/>
                <a:gd name="connsiteX14" fmla="*/ 83157 w 1132209"/>
                <a:gd name="connsiteY14" fmla="*/ 416485 h 477957"/>
                <a:gd name="connsiteX15" fmla="*/ 157593 w 1132209"/>
                <a:gd name="connsiteY15" fmla="*/ 469374 h 477957"/>
                <a:gd name="connsiteX16" fmla="*/ 253576 w 1132209"/>
                <a:gd name="connsiteY16" fmla="*/ 476426 h 477957"/>
                <a:gd name="connsiteX17" fmla="*/ 274340 w 1132209"/>
                <a:gd name="connsiteY17" fmla="*/ 472508 h 477957"/>
                <a:gd name="connsiteX18" fmla="*/ 355044 w 1132209"/>
                <a:gd name="connsiteY18" fmla="*/ 444301 h 477957"/>
                <a:gd name="connsiteX19" fmla="*/ 389520 w 1132209"/>
                <a:gd name="connsiteY19" fmla="*/ 427455 h 477957"/>
                <a:gd name="connsiteX20" fmla="*/ 468657 w 1132209"/>
                <a:gd name="connsiteY20" fmla="*/ 403557 h 477957"/>
                <a:gd name="connsiteX21" fmla="*/ 530164 w 1132209"/>
                <a:gd name="connsiteY21" fmla="*/ 322069 h 477957"/>
                <a:gd name="connsiteX22" fmla="*/ 614395 w 1132209"/>
                <a:gd name="connsiteY22" fmla="*/ 345575 h 477957"/>
                <a:gd name="connsiteX23" fmla="*/ 698233 w 1132209"/>
                <a:gd name="connsiteY23" fmla="*/ 397681 h 477957"/>
                <a:gd name="connsiteX24" fmla="*/ 768359 w 1132209"/>
                <a:gd name="connsiteY24" fmla="*/ 400815 h 477957"/>
                <a:gd name="connsiteX25" fmla="*/ 829867 w 1132209"/>
                <a:gd name="connsiteY25" fmla="*/ 410609 h 477957"/>
                <a:gd name="connsiteX26" fmla="*/ 950923 w 1132209"/>
                <a:gd name="connsiteY26" fmla="*/ 445868 h 477957"/>
                <a:gd name="connsiteX27" fmla="*/ 1128786 w 1132209"/>
                <a:gd name="connsiteY27" fmla="*/ 167321 h 477957"/>
                <a:gd name="connsiteX28" fmla="*/ 1062969 w 1132209"/>
                <a:gd name="connsiteY28" fmla="*/ 307966 h 477957"/>
                <a:gd name="connsiteX29" fmla="*/ 1062969 w 1132209"/>
                <a:gd name="connsiteY29" fmla="*/ 307966 h 477957"/>
                <a:gd name="connsiteX30" fmla="*/ 1062969 w 1132209"/>
                <a:gd name="connsiteY30" fmla="*/ 307966 h 477957"/>
                <a:gd name="connsiteX31" fmla="*/ 1062969 w 1132209"/>
                <a:gd name="connsiteY31" fmla="*/ 307966 h 477957"/>
                <a:gd name="connsiteX32" fmla="*/ 1062969 w 1132209"/>
                <a:gd name="connsiteY32" fmla="*/ 307966 h 477957"/>
                <a:gd name="connsiteX33" fmla="*/ 1062969 w 1132209"/>
                <a:gd name="connsiteY33" fmla="*/ 307966 h 477957"/>
                <a:gd name="connsiteX34" fmla="*/ 1062969 w 1132209"/>
                <a:gd name="connsiteY34" fmla="*/ 307966 h 477957"/>
                <a:gd name="connsiteX35" fmla="*/ 1062969 w 1132209"/>
                <a:gd name="connsiteY35" fmla="*/ 307966 h 477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32209" h="477957">
                  <a:moveTo>
                    <a:pt x="1128786" y="167321"/>
                  </a:moveTo>
                  <a:cubicBezTo>
                    <a:pt x="1126827" y="156743"/>
                    <a:pt x="1118992" y="130103"/>
                    <a:pt x="1117817" y="127361"/>
                  </a:cubicBezTo>
                  <a:cubicBezTo>
                    <a:pt x="1095486" y="68204"/>
                    <a:pt x="1048865" y="13356"/>
                    <a:pt x="984224" y="2387"/>
                  </a:cubicBezTo>
                  <a:cubicBezTo>
                    <a:pt x="907045" y="-10542"/>
                    <a:pt x="830651" y="30594"/>
                    <a:pt x="782071" y="88576"/>
                  </a:cubicBezTo>
                  <a:cubicBezTo>
                    <a:pt x="762091" y="112473"/>
                    <a:pt x="753472" y="124618"/>
                    <a:pt x="708419" y="111298"/>
                  </a:cubicBezTo>
                  <a:cubicBezTo>
                    <a:pt x="702151" y="108164"/>
                    <a:pt x="597549" y="83091"/>
                    <a:pt x="584228" y="79173"/>
                  </a:cubicBezTo>
                  <a:cubicBezTo>
                    <a:pt x="560331" y="72121"/>
                    <a:pt x="525072" y="70554"/>
                    <a:pt x="501957" y="83483"/>
                  </a:cubicBezTo>
                  <a:cubicBezTo>
                    <a:pt x="493338" y="88184"/>
                    <a:pt x="389912" y="120701"/>
                    <a:pt x="371890" y="116783"/>
                  </a:cubicBezTo>
                  <a:cubicBezTo>
                    <a:pt x="359745" y="114432"/>
                    <a:pt x="344858" y="97978"/>
                    <a:pt x="333889" y="90534"/>
                  </a:cubicBezTo>
                  <a:cubicBezTo>
                    <a:pt x="306073" y="70946"/>
                    <a:pt x="275124" y="54884"/>
                    <a:pt x="241823" y="45873"/>
                  </a:cubicBezTo>
                  <a:cubicBezTo>
                    <a:pt x="233204" y="43522"/>
                    <a:pt x="224585" y="41563"/>
                    <a:pt x="215575" y="40388"/>
                  </a:cubicBezTo>
                  <a:cubicBezTo>
                    <a:pt x="156810" y="31769"/>
                    <a:pt x="96086" y="52533"/>
                    <a:pt x="53383" y="93669"/>
                  </a:cubicBezTo>
                  <a:cubicBezTo>
                    <a:pt x="33794" y="112473"/>
                    <a:pt x="14598" y="137938"/>
                    <a:pt x="6371" y="164187"/>
                  </a:cubicBezTo>
                  <a:cubicBezTo>
                    <a:pt x="-2640" y="192786"/>
                    <a:pt x="-681" y="228829"/>
                    <a:pt x="3628" y="257819"/>
                  </a:cubicBezTo>
                  <a:cubicBezTo>
                    <a:pt x="11855" y="317368"/>
                    <a:pt x="40063" y="374174"/>
                    <a:pt x="83157" y="416485"/>
                  </a:cubicBezTo>
                  <a:cubicBezTo>
                    <a:pt x="103921" y="437249"/>
                    <a:pt x="129778" y="458796"/>
                    <a:pt x="157593" y="469374"/>
                  </a:cubicBezTo>
                  <a:cubicBezTo>
                    <a:pt x="188151" y="481127"/>
                    <a:pt x="221843" y="481127"/>
                    <a:pt x="253576" y="476426"/>
                  </a:cubicBezTo>
                  <a:cubicBezTo>
                    <a:pt x="260628" y="475251"/>
                    <a:pt x="267680" y="474075"/>
                    <a:pt x="274340" y="472508"/>
                  </a:cubicBezTo>
                  <a:cubicBezTo>
                    <a:pt x="302156" y="466240"/>
                    <a:pt x="329187" y="456446"/>
                    <a:pt x="355044" y="444301"/>
                  </a:cubicBezTo>
                  <a:cubicBezTo>
                    <a:pt x="366405" y="438816"/>
                    <a:pt x="377767" y="431373"/>
                    <a:pt x="389520" y="427455"/>
                  </a:cubicBezTo>
                  <a:cubicBezTo>
                    <a:pt x="415376" y="419620"/>
                    <a:pt x="444759" y="416877"/>
                    <a:pt x="468657" y="403557"/>
                  </a:cubicBezTo>
                  <a:cubicBezTo>
                    <a:pt x="498040" y="386711"/>
                    <a:pt x="512535" y="349493"/>
                    <a:pt x="530164" y="322069"/>
                  </a:cubicBezTo>
                  <a:cubicBezTo>
                    <a:pt x="557588" y="278583"/>
                    <a:pt x="596765" y="316193"/>
                    <a:pt x="614395" y="345575"/>
                  </a:cubicBezTo>
                  <a:cubicBezTo>
                    <a:pt x="645344" y="397289"/>
                    <a:pt x="670417" y="396505"/>
                    <a:pt x="698233" y="397681"/>
                  </a:cubicBezTo>
                  <a:cubicBezTo>
                    <a:pt x="721739" y="398856"/>
                    <a:pt x="745245" y="400031"/>
                    <a:pt x="768359" y="400815"/>
                  </a:cubicBezTo>
                  <a:cubicBezTo>
                    <a:pt x="787948" y="401598"/>
                    <a:pt x="813021" y="398464"/>
                    <a:pt x="829867" y="410609"/>
                  </a:cubicBezTo>
                  <a:cubicBezTo>
                    <a:pt x="867869" y="432548"/>
                    <a:pt x="905087" y="454879"/>
                    <a:pt x="950923" y="445868"/>
                  </a:cubicBezTo>
                  <a:cubicBezTo>
                    <a:pt x="1073938" y="422362"/>
                    <a:pt x="1149942" y="286027"/>
                    <a:pt x="1128786" y="167321"/>
                  </a:cubicBezTo>
                  <a:close/>
                  <a:moveTo>
                    <a:pt x="1062969" y="307966"/>
                  </a:moveTo>
                  <a:cubicBezTo>
                    <a:pt x="1062969" y="307966"/>
                    <a:pt x="1062969" y="307966"/>
                    <a:pt x="1062969" y="307966"/>
                  </a:cubicBezTo>
                  <a:cubicBezTo>
                    <a:pt x="1062969" y="307966"/>
                    <a:pt x="1062969" y="307966"/>
                    <a:pt x="1062969" y="307966"/>
                  </a:cubicBezTo>
                  <a:cubicBezTo>
                    <a:pt x="1062969" y="307966"/>
                    <a:pt x="1062969" y="307966"/>
                    <a:pt x="1062969" y="307966"/>
                  </a:cubicBezTo>
                  <a:close/>
                  <a:moveTo>
                    <a:pt x="1062969" y="307966"/>
                  </a:moveTo>
                  <a:cubicBezTo>
                    <a:pt x="1062969" y="307966"/>
                    <a:pt x="1062969" y="307966"/>
                    <a:pt x="1062969" y="307966"/>
                  </a:cubicBezTo>
                  <a:cubicBezTo>
                    <a:pt x="1062969" y="307966"/>
                    <a:pt x="1062969" y="307966"/>
                    <a:pt x="1062969" y="307966"/>
                  </a:cubicBezTo>
                  <a:cubicBezTo>
                    <a:pt x="1062969" y="307966"/>
                    <a:pt x="1062969" y="307966"/>
                    <a:pt x="1062969" y="307966"/>
                  </a:cubicBezTo>
                  <a:close/>
                </a:path>
              </a:pathLst>
            </a:custGeom>
            <a:solidFill>
              <a:srgbClr val="000000"/>
            </a:solidFill>
            <a:ln w="3910" cap="flat">
              <a:noFill/>
              <a:prstDash val="solid"/>
              <a:miter/>
            </a:ln>
          </p:spPr>
          <p:txBody>
            <a:bodyPr rtlCol="0" anchor="ctr"/>
            <a:lstStyle/>
            <a:p>
              <a:endParaRPr lang="en-US"/>
            </a:p>
          </p:txBody>
        </p:sp>
        <p:sp>
          <p:nvSpPr>
            <p:cNvPr id="17" name="Freeform: Shape 89">
              <a:extLst>
                <a:ext uri="{FF2B5EF4-FFF2-40B4-BE49-F238E27FC236}">
                  <a16:creationId xmlns="" xmlns:a16="http://schemas.microsoft.com/office/drawing/2014/main" id="{27AF53FF-30A6-492C-9F33-3F3BEE6C54C5}"/>
                </a:ext>
              </a:extLst>
            </p:cNvPr>
            <p:cNvSpPr/>
            <p:nvPr/>
          </p:nvSpPr>
          <p:spPr>
            <a:xfrm>
              <a:off x="3637619" y="1991293"/>
              <a:ext cx="381738" cy="381738"/>
            </a:xfrm>
            <a:custGeom>
              <a:avLst/>
              <a:gdLst>
                <a:gd name="connsiteX0" fmla="*/ 278155 w 278155"/>
                <a:gd name="connsiteY0" fmla="*/ 139078 h 278155"/>
                <a:gd name="connsiteX1" fmla="*/ 139078 w 278155"/>
                <a:gd name="connsiteY1" fmla="*/ 278155 h 278155"/>
                <a:gd name="connsiteX2" fmla="*/ 0 w 278155"/>
                <a:gd name="connsiteY2" fmla="*/ 139078 h 278155"/>
                <a:gd name="connsiteX3" fmla="*/ 139078 w 278155"/>
                <a:gd name="connsiteY3" fmla="*/ 0 h 278155"/>
                <a:gd name="connsiteX4" fmla="*/ 278155 w 278155"/>
                <a:gd name="connsiteY4" fmla="*/ 139078 h 278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155" h="278155">
                  <a:moveTo>
                    <a:pt x="278155" y="139078"/>
                  </a:moveTo>
                  <a:cubicBezTo>
                    <a:pt x="278155" y="215888"/>
                    <a:pt x="215888" y="278155"/>
                    <a:pt x="139078" y="278155"/>
                  </a:cubicBezTo>
                  <a:cubicBezTo>
                    <a:pt x="62267" y="278155"/>
                    <a:pt x="0" y="215888"/>
                    <a:pt x="0" y="139078"/>
                  </a:cubicBezTo>
                  <a:cubicBezTo>
                    <a:pt x="0" y="62267"/>
                    <a:pt x="62267" y="0"/>
                    <a:pt x="139078" y="0"/>
                  </a:cubicBezTo>
                  <a:cubicBezTo>
                    <a:pt x="215888" y="0"/>
                    <a:pt x="278155" y="62267"/>
                    <a:pt x="278155" y="139078"/>
                  </a:cubicBezTo>
                  <a:close/>
                </a:path>
              </a:pathLst>
            </a:custGeom>
            <a:solidFill>
              <a:schemeClr val="accent1"/>
            </a:solidFill>
            <a:ln w="3910" cap="flat">
              <a:noFill/>
              <a:prstDash val="solid"/>
              <a:miter/>
            </a:ln>
          </p:spPr>
          <p:txBody>
            <a:bodyPr rtlCol="0" anchor="ctr"/>
            <a:lstStyle/>
            <a:p>
              <a:endParaRPr lang="en-US"/>
            </a:p>
          </p:txBody>
        </p:sp>
        <p:sp>
          <p:nvSpPr>
            <p:cNvPr id="18" name="Freeform: Shape 90">
              <a:extLst>
                <a:ext uri="{FF2B5EF4-FFF2-40B4-BE49-F238E27FC236}">
                  <a16:creationId xmlns="" xmlns:a16="http://schemas.microsoft.com/office/drawing/2014/main" id="{5D636053-8484-46DD-A7C2-DE10398B5A3F}"/>
                </a:ext>
              </a:extLst>
            </p:cNvPr>
            <p:cNvSpPr/>
            <p:nvPr/>
          </p:nvSpPr>
          <p:spPr>
            <a:xfrm>
              <a:off x="4691970" y="1943441"/>
              <a:ext cx="381738" cy="381738"/>
            </a:xfrm>
            <a:custGeom>
              <a:avLst/>
              <a:gdLst>
                <a:gd name="connsiteX0" fmla="*/ 278155 w 278155"/>
                <a:gd name="connsiteY0" fmla="*/ 139078 h 278155"/>
                <a:gd name="connsiteX1" fmla="*/ 139078 w 278155"/>
                <a:gd name="connsiteY1" fmla="*/ 278155 h 278155"/>
                <a:gd name="connsiteX2" fmla="*/ 0 w 278155"/>
                <a:gd name="connsiteY2" fmla="*/ 139078 h 278155"/>
                <a:gd name="connsiteX3" fmla="*/ 139078 w 278155"/>
                <a:gd name="connsiteY3" fmla="*/ 0 h 278155"/>
                <a:gd name="connsiteX4" fmla="*/ 278155 w 278155"/>
                <a:gd name="connsiteY4" fmla="*/ 139078 h 278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155" h="278155">
                  <a:moveTo>
                    <a:pt x="278155" y="139078"/>
                  </a:moveTo>
                  <a:cubicBezTo>
                    <a:pt x="278155" y="215888"/>
                    <a:pt x="215888" y="278155"/>
                    <a:pt x="139078" y="278155"/>
                  </a:cubicBezTo>
                  <a:cubicBezTo>
                    <a:pt x="62267" y="278155"/>
                    <a:pt x="0" y="215888"/>
                    <a:pt x="0" y="139078"/>
                  </a:cubicBezTo>
                  <a:cubicBezTo>
                    <a:pt x="0" y="62267"/>
                    <a:pt x="62267" y="0"/>
                    <a:pt x="139078" y="0"/>
                  </a:cubicBezTo>
                  <a:cubicBezTo>
                    <a:pt x="215888" y="0"/>
                    <a:pt x="278155" y="62267"/>
                    <a:pt x="278155" y="139078"/>
                  </a:cubicBezTo>
                  <a:close/>
                </a:path>
              </a:pathLst>
            </a:custGeom>
            <a:solidFill>
              <a:schemeClr val="accent1"/>
            </a:solidFill>
            <a:ln w="3910" cap="flat">
              <a:noFill/>
              <a:prstDash val="solid"/>
              <a:miter/>
            </a:ln>
          </p:spPr>
          <p:txBody>
            <a:bodyPr rtlCol="0" anchor="ctr"/>
            <a:lstStyle/>
            <a:p>
              <a:endParaRPr lang="en-US"/>
            </a:p>
          </p:txBody>
        </p:sp>
        <p:sp>
          <p:nvSpPr>
            <p:cNvPr id="19" name="Freeform: Shape 91">
              <a:extLst>
                <a:ext uri="{FF2B5EF4-FFF2-40B4-BE49-F238E27FC236}">
                  <a16:creationId xmlns="" xmlns:a16="http://schemas.microsoft.com/office/drawing/2014/main" id="{0F713711-DC01-411C-A6EC-EB453D6A6343}"/>
                </a:ext>
              </a:extLst>
            </p:cNvPr>
            <p:cNvSpPr/>
            <p:nvPr/>
          </p:nvSpPr>
          <p:spPr>
            <a:xfrm>
              <a:off x="3796426" y="3532764"/>
              <a:ext cx="1553265" cy="3199717"/>
            </a:xfrm>
            <a:custGeom>
              <a:avLst/>
              <a:gdLst>
                <a:gd name="connsiteX0" fmla="*/ 915170 w 1089115"/>
                <a:gd name="connsiteY0" fmla="*/ 763556 h 1402529"/>
                <a:gd name="connsiteX1" fmla="*/ 803125 w 1089115"/>
                <a:gd name="connsiteY1" fmla="*/ 377665 h 1402529"/>
                <a:gd name="connsiteX2" fmla="*/ 801949 w 1089115"/>
                <a:gd name="connsiteY2" fmla="*/ 364344 h 1402529"/>
                <a:gd name="connsiteX3" fmla="*/ 801949 w 1089115"/>
                <a:gd name="connsiteY3" fmla="*/ 209204 h 1402529"/>
                <a:gd name="connsiteX4" fmla="*/ 802733 w 1089115"/>
                <a:gd name="connsiteY4" fmla="*/ 99117 h 1402529"/>
                <a:gd name="connsiteX5" fmla="*/ 805083 w 1089115"/>
                <a:gd name="connsiteY5" fmla="*/ 63075 h 1402529"/>
                <a:gd name="connsiteX6" fmla="*/ 800774 w 1089115"/>
                <a:gd name="connsiteY6" fmla="*/ 46620 h 1402529"/>
                <a:gd name="connsiteX7" fmla="*/ 766690 w 1089115"/>
                <a:gd name="connsiteY7" fmla="*/ 14104 h 1402529"/>
                <a:gd name="connsiteX8" fmla="*/ 757680 w 1089115"/>
                <a:gd name="connsiteY8" fmla="*/ 24290 h 1402529"/>
                <a:gd name="connsiteX9" fmla="*/ 752195 w 1089115"/>
                <a:gd name="connsiteY9" fmla="*/ 50930 h 1402529"/>
                <a:gd name="connsiteX10" fmla="*/ 716936 w 1089115"/>
                <a:gd name="connsiteY10" fmla="*/ 101860 h 1402529"/>
                <a:gd name="connsiteX11" fmla="*/ 583343 w 1089115"/>
                <a:gd name="connsiteY11" fmla="*/ 184523 h 1402529"/>
                <a:gd name="connsiteX12" fmla="*/ 574332 w 1089115"/>
                <a:gd name="connsiteY12" fmla="*/ 191183 h 1402529"/>
                <a:gd name="connsiteX13" fmla="*/ 555135 w 1089115"/>
                <a:gd name="connsiteY13" fmla="*/ 205678 h 1402529"/>
                <a:gd name="connsiteX14" fmla="*/ 521052 w 1089115"/>
                <a:gd name="connsiteY14" fmla="*/ 208812 h 1402529"/>
                <a:gd name="connsiteX15" fmla="*/ 515567 w 1089115"/>
                <a:gd name="connsiteY15" fmla="*/ 202152 h 1402529"/>
                <a:gd name="connsiteX16" fmla="*/ 487751 w 1089115"/>
                <a:gd name="connsiteY16" fmla="*/ 189224 h 1402529"/>
                <a:gd name="connsiteX17" fmla="*/ 467379 w 1089115"/>
                <a:gd name="connsiteY17" fmla="*/ 179822 h 1402529"/>
                <a:gd name="connsiteX18" fmla="*/ 404305 w 1089115"/>
                <a:gd name="connsiteY18" fmla="*/ 147697 h 1402529"/>
                <a:gd name="connsiteX19" fmla="*/ 400779 w 1089115"/>
                <a:gd name="connsiteY19" fmla="*/ 146130 h 1402529"/>
                <a:gd name="connsiteX20" fmla="*/ 389418 w 1089115"/>
                <a:gd name="connsiteY20" fmla="*/ 139469 h 1402529"/>
                <a:gd name="connsiteX21" fmla="*/ 237803 w 1089115"/>
                <a:gd name="connsiteY21" fmla="*/ 64250 h 1402529"/>
                <a:gd name="connsiteX22" fmla="*/ 181780 w 1089115"/>
                <a:gd name="connsiteY22" fmla="*/ 36435 h 1402529"/>
                <a:gd name="connsiteX23" fmla="*/ 167285 w 1089115"/>
                <a:gd name="connsiteY23" fmla="*/ 18021 h 1402529"/>
                <a:gd name="connsiteX24" fmla="*/ 159450 w 1089115"/>
                <a:gd name="connsiteY24" fmla="*/ 0 h 1402529"/>
                <a:gd name="connsiteX25" fmla="*/ 138294 w 1089115"/>
                <a:gd name="connsiteY25" fmla="*/ 24681 h 1402529"/>
                <a:gd name="connsiteX26" fmla="*/ 129283 w 1089115"/>
                <a:gd name="connsiteY26" fmla="*/ 81880 h 1402529"/>
                <a:gd name="connsiteX27" fmla="*/ 129283 w 1089115"/>
                <a:gd name="connsiteY27" fmla="*/ 103035 h 1402529"/>
                <a:gd name="connsiteX28" fmla="*/ 126541 w 1089115"/>
                <a:gd name="connsiteY28" fmla="*/ 121840 h 1402529"/>
                <a:gd name="connsiteX29" fmla="*/ 121448 w 1089115"/>
                <a:gd name="connsiteY29" fmla="*/ 167285 h 1402529"/>
                <a:gd name="connsiteX30" fmla="*/ 162976 w 1089115"/>
                <a:gd name="connsiteY30" fmla="*/ 363561 h 1402529"/>
                <a:gd name="connsiteX31" fmla="*/ 170811 w 1089115"/>
                <a:gd name="connsiteY31" fmla="*/ 408614 h 1402529"/>
                <a:gd name="connsiteX32" fmla="*/ 124191 w 1089115"/>
                <a:gd name="connsiteY32" fmla="*/ 680110 h 1402529"/>
                <a:gd name="connsiteX33" fmla="*/ 76395 w 1089115"/>
                <a:gd name="connsiteY33" fmla="*/ 958265 h 1402529"/>
                <a:gd name="connsiteX34" fmla="*/ 28599 w 1089115"/>
                <a:gd name="connsiteY34" fmla="*/ 1234853 h 1402529"/>
                <a:gd name="connsiteX35" fmla="*/ 0 w 1089115"/>
                <a:gd name="connsiteY35" fmla="*/ 1403313 h 1402529"/>
                <a:gd name="connsiteX36" fmla="*/ 327126 w 1089115"/>
                <a:gd name="connsiteY36" fmla="*/ 1403313 h 1402529"/>
                <a:gd name="connsiteX37" fmla="*/ 465812 w 1089115"/>
                <a:gd name="connsiteY37" fmla="*/ 1403313 h 1402529"/>
                <a:gd name="connsiteX38" fmla="*/ 776484 w 1089115"/>
                <a:gd name="connsiteY38" fmla="*/ 1403313 h 1402529"/>
                <a:gd name="connsiteX39" fmla="*/ 891272 w 1089115"/>
                <a:gd name="connsiteY39" fmla="*/ 1403313 h 1402529"/>
                <a:gd name="connsiteX40" fmla="*/ 1089899 w 1089115"/>
                <a:gd name="connsiteY40" fmla="*/ 1403313 h 1402529"/>
                <a:gd name="connsiteX41" fmla="*/ 915170 w 1089115"/>
                <a:gd name="connsiteY41" fmla="*/ 763556 h 1402529"/>
                <a:gd name="connsiteX0" fmla="*/ 886613 w 1061343"/>
                <a:gd name="connsiteY0" fmla="*/ 763556 h 2318072"/>
                <a:gd name="connsiteX1" fmla="*/ 774568 w 1061343"/>
                <a:gd name="connsiteY1" fmla="*/ 377665 h 2318072"/>
                <a:gd name="connsiteX2" fmla="*/ 773392 w 1061343"/>
                <a:gd name="connsiteY2" fmla="*/ 364344 h 2318072"/>
                <a:gd name="connsiteX3" fmla="*/ 773392 w 1061343"/>
                <a:gd name="connsiteY3" fmla="*/ 209204 h 2318072"/>
                <a:gd name="connsiteX4" fmla="*/ 774176 w 1061343"/>
                <a:gd name="connsiteY4" fmla="*/ 99117 h 2318072"/>
                <a:gd name="connsiteX5" fmla="*/ 776526 w 1061343"/>
                <a:gd name="connsiteY5" fmla="*/ 63075 h 2318072"/>
                <a:gd name="connsiteX6" fmla="*/ 772217 w 1061343"/>
                <a:gd name="connsiteY6" fmla="*/ 46620 h 2318072"/>
                <a:gd name="connsiteX7" fmla="*/ 738133 w 1061343"/>
                <a:gd name="connsiteY7" fmla="*/ 14104 h 2318072"/>
                <a:gd name="connsiteX8" fmla="*/ 729123 w 1061343"/>
                <a:gd name="connsiteY8" fmla="*/ 24290 h 2318072"/>
                <a:gd name="connsiteX9" fmla="*/ 723638 w 1061343"/>
                <a:gd name="connsiteY9" fmla="*/ 50930 h 2318072"/>
                <a:gd name="connsiteX10" fmla="*/ 688379 w 1061343"/>
                <a:gd name="connsiteY10" fmla="*/ 101860 h 2318072"/>
                <a:gd name="connsiteX11" fmla="*/ 554786 w 1061343"/>
                <a:gd name="connsiteY11" fmla="*/ 184523 h 2318072"/>
                <a:gd name="connsiteX12" fmla="*/ 545775 w 1061343"/>
                <a:gd name="connsiteY12" fmla="*/ 191183 h 2318072"/>
                <a:gd name="connsiteX13" fmla="*/ 526578 w 1061343"/>
                <a:gd name="connsiteY13" fmla="*/ 205678 h 2318072"/>
                <a:gd name="connsiteX14" fmla="*/ 492495 w 1061343"/>
                <a:gd name="connsiteY14" fmla="*/ 208812 h 2318072"/>
                <a:gd name="connsiteX15" fmla="*/ 487010 w 1061343"/>
                <a:gd name="connsiteY15" fmla="*/ 202152 h 2318072"/>
                <a:gd name="connsiteX16" fmla="*/ 459194 w 1061343"/>
                <a:gd name="connsiteY16" fmla="*/ 189224 h 2318072"/>
                <a:gd name="connsiteX17" fmla="*/ 438822 w 1061343"/>
                <a:gd name="connsiteY17" fmla="*/ 179822 h 2318072"/>
                <a:gd name="connsiteX18" fmla="*/ 375748 w 1061343"/>
                <a:gd name="connsiteY18" fmla="*/ 147697 h 2318072"/>
                <a:gd name="connsiteX19" fmla="*/ 372222 w 1061343"/>
                <a:gd name="connsiteY19" fmla="*/ 146130 h 2318072"/>
                <a:gd name="connsiteX20" fmla="*/ 360861 w 1061343"/>
                <a:gd name="connsiteY20" fmla="*/ 139469 h 2318072"/>
                <a:gd name="connsiteX21" fmla="*/ 209246 w 1061343"/>
                <a:gd name="connsiteY21" fmla="*/ 64250 h 2318072"/>
                <a:gd name="connsiteX22" fmla="*/ 153223 w 1061343"/>
                <a:gd name="connsiteY22" fmla="*/ 36435 h 2318072"/>
                <a:gd name="connsiteX23" fmla="*/ 138728 w 1061343"/>
                <a:gd name="connsiteY23" fmla="*/ 18021 h 2318072"/>
                <a:gd name="connsiteX24" fmla="*/ 130893 w 1061343"/>
                <a:gd name="connsiteY24" fmla="*/ 0 h 2318072"/>
                <a:gd name="connsiteX25" fmla="*/ 109737 w 1061343"/>
                <a:gd name="connsiteY25" fmla="*/ 24681 h 2318072"/>
                <a:gd name="connsiteX26" fmla="*/ 100726 w 1061343"/>
                <a:gd name="connsiteY26" fmla="*/ 81880 h 2318072"/>
                <a:gd name="connsiteX27" fmla="*/ 100726 w 1061343"/>
                <a:gd name="connsiteY27" fmla="*/ 103035 h 2318072"/>
                <a:gd name="connsiteX28" fmla="*/ 97984 w 1061343"/>
                <a:gd name="connsiteY28" fmla="*/ 121840 h 2318072"/>
                <a:gd name="connsiteX29" fmla="*/ 92891 w 1061343"/>
                <a:gd name="connsiteY29" fmla="*/ 167285 h 2318072"/>
                <a:gd name="connsiteX30" fmla="*/ 134419 w 1061343"/>
                <a:gd name="connsiteY30" fmla="*/ 363561 h 2318072"/>
                <a:gd name="connsiteX31" fmla="*/ 142254 w 1061343"/>
                <a:gd name="connsiteY31" fmla="*/ 408614 h 2318072"/>
                <a:gd name="connsiteX32" fmla="*/ 95634 w 1061343"/>
                <a:gd name="connsiteY32" fmla="*/ 680110 h 2318072"/>
                <a:gd name="connsiteX33" fmla="*/ 47838 w 1061343"/>
                <a:gd name="connsiteY33" fmla="*/ 958265 h 2318072"/>
                <a:gd name="connsiteX34" fmla="*/ 42 w 1061343"/>
                <a:gd name="connsiteY34" fmla="*/ 1234853 h 2318072"/>
                <a:gd name="connsiteX35" fmla="*/ 37913 w 1061343"/>
                <a:gd name="connsiteY35" fmla="*/ 2318072 h 2318072"/>
                <a:gd name="connsiteX36" fmla="*/ 298569 w 1061343"/>
                <a:gd name="connsiteY36" fmla="*/ 1403313 h 2318072"/>
                <a:gd name="connsiteX37" fmla="*/ 437255 w 1061343"/>
                <a:gd name="connsiteY37" fmla="*/ 1403313 h 2318072"/>
                <a:gd name="connsiteX38" fmla="*/ 747927 w 1061343"/>
                <a:gd name="connsiteY38" fmla="*/ 1403313 h 2318072"/>
                <a:gd name="connsiteX39" fmla="*/ 862715 w 1061343"/>
                <a:gd name="connsiteY39" fmla="*/ 1403313 h 2318072"/>
                <a:gd name="connsiteX40" fmla="*/ 1061342 w 1061343"/>
                <a:gd name="connsiteY40" fmla="*/ 1403313 h 2318072"/>
                <a:gd name="connsiteX41" fmla="*/ 886613 w 1061343"/>
                <a:gd name="connsiteY41" fmla="*/ 763556 h 2318072"/>
                <a:gd name="connsiteX0" fmla="*/ 855031 w 1029760"/>
                <a:gd name="connsiteY0" fmla="*/ 763556 h 2318072"/>
                <a:gd name="connsiteX1" fmla="*/ 742986 w 1029760"/>
                <a:gd name="connsiteY1" fmla="*/ 377665 h 2318072"/>
                <a:gd name="connsiteX2" fmla="*/ 741810 w 1029760"/>
                <a:gd name="connsiteY2" fmla="*/ 364344 h 2318072"/>
                <a:gd name="connsiteX3" fmla="*/ 741810 w 1029760"/>
                <a:gd name="connsiteY3" fmla="*/ 209204 h 2318072"/>
                <a:gd name="connsiteX4" fmla="*/ 742594 w 1029760"/>
                <a:gd name="connsiteY4" fmla="*/ 99117 h 2318072"/>
                <a:gd name="connsiteX5" fmla="*/ 744944 w 1029760"/>
                <a:gd name="connsiteY5" fmla="*/ 63075 h 2318072"/>
                <a:gd name="connsiteX6" fmla="*/ 740635 w 1029760"/>
                <a:gd name="connsiteY6" fmla="*/ 46620 h 2318072"/>
                <a:gd name="connsiteX7" fmla="*/ 706551 w 1029760"/>
                <a:gd name="connsiteY7" fmla="*/ 14104 h 2318072"/>
                <a:gd name="connsiteX8" fmla="*/ 697541 w 1029760"/>
                <a:gd name="connsiteY8" fmla="*/ 24290 h 2318072"/>
                <a:gd name="connsiteX9" fmla="*/ 692056 w 1029760"/>
                <a:gd name="connsiteY9" fmla="*/ 50930 h 2318072"/>
                <a:gd name="connsiteX10" fmla="*/ 656797 w 1029760"/>
                <a:gd name="connsiteY10" fmla="*/ 101860 h 2318072"/>
                <a:gd name="connsiteX11" fmla="*/ 523204 w 1029760"/>
                <a:gd name="connsiteY11" fmla="*/ 184523 h 2318072"/>
                <a:gd name="connsiteX12" fmla="*/ 514193 w 1029760"/>
                <a:gd name="connsiteY12" fmla="*/ 191183 h 2318072"/>
                <a:gd name="connsiteX13" fmla="*/ 494996 w 1029760"/>
                <a:gd name="connsiteY13" fmla="*/ 205678 h 2318072"/>
                <a:gd name="connsiteX14" fmla="*/ 460913 w 1029760"/>
                <a:gd name="connsiteY14" fmla="*/ 208812 h 2318072"/>
                <a:gd name="connsiteX15" fmla="*/ 455428 w 1029760"/>
                <a:gd name="connsiteY15" fmla="*/ 202152 h 2318072"/>
                <a:gd name="connsiteX16" fmla="*/ 427612 w 1029760"/>
                <a:gd name="connsiteY16" fmla="*/ 189224 h 2318072"/>
                <a:gd name="connsiteX17" fmla="*/ 407240 w 1029760"/>
                <a:gd name="connsiteY17" fmla="*/ 179822 h 2318072"/>
                <a:gd name="connsiteX18" fmla="*/ 344166 w 1029760"/>
                <a:gd name="connsiteY18" fmla="*/ 147697 h 2318072"/>
                <a:gd name="connsiteX19" fmla="*/ 340640 w 1029760"/>
                <a:gd name="connsiteY19" fmla="*/ 146130 h 2318072"/>
                <a:gd name="connsiteX20" fmla="*/ 329279 w 1029760"/>
                <a:gd name="connsiteY20" fmla="*/ 139469 h 2318072"/>
                <a:gd name="connsiteX21" fmla="*/ 177664 w 1029760"/>
                <a:gd name="connsiteY21" fmla="*/ 64250 h 2318072"/>
                <a:gd name="connsiteX22" fmla="*/ 121641 w 1029760"/>
                <a:gd name="connsiteY22" fmla="*/ 36435 h 2318072"/>
                <a:gd name="connsiteX23" fmla="*/ 107146 w 1029760"/>
                <a:gd name="connsiteY23" fmla="*/ 18021 h 2318072"/>
                <a:gd name="connsiteX24" fmla="*/ 99311 w 1029760"/>
                <a:gd name="connsiteY24" fmla="*/ 0 h 2318072"/>
                <a:gd name="connsiteX25" fmla="*/ 78155 w 1029760"/>
                <a:gd name="connsiteY25" fmla="*/ 24681 h 2318072"/>
                <a:gd name="connsiteX26" fmla="*/ 69144 w 1029760"/>
                <a:gd name="connsiteY26" fmla="*/ 81880 h 2318072"/>
                <a:gd name="connsiteX27" fmla="*/ 69144 w 1029760"/>
                <a:gd name="connsiteY27" fmla="*/ 103035 h 2318072"/>
                <a:gd name="connsiteX28" fmla="*/ 66402 w 1029760"/>
                <a:gd name="connsiteY28" fmla="*/ 121840 h 2318072"/>
                <a:gd name="connsiteX29" fmla="*/ 61309 w 1029760"/>
                <a:gd name="connsiteY29" fmla="*/ 167285 h 2318072"/>
                <a:gd name="connsiteX30" fmla="*/ 102837 w 1029760"/>
                <a:gd name="connsiteY30" fmla="*/ 363561 h 2318072"/>
                <a:gd name="connsiteX31" fmla="*/ 110672 w 1029760"/>
                <a:gd name="connsiteY31" fmla="*/ 408614 h 2318072"/>
                <a:gd name="connsiteX32" fmla="*/ 64052 w 1029760"/>
                <a:gd name="connsiteY32" fmla="*/ 680110 h 2318072"/>
                <a:gd name="connsiteX33" fmla="*/ 16256 w 1029760"/>
                <a:gd name="connsiteY33" fmla="*/ 958265 h 2318072"/>
                <a:gd name="connsiteX34" fmla="*/ 113 w 1029760"/>
                <a:gd name="connsiteY34" fmla="*/ 1276001 h 2318072"/>
                <a:gd name="connsiteX35" fmla="*/ 6331 w 1029760"/>
                <a:gd name="connsiteY35" fmla="*/ 2318072 h 2318072"/>
                <a:gd name="connsiteX36" fmla="*/ 266987 w 1029760"/>
                <a:gd name="connsiteY36" fmla="*/ 1403313 h 2318072"/>
                <a:gd name="connsiteX37" fmla="*/ 405673 w 1029760"/>
                <a:gd name="connsiteY37" fmla="*/ 1403313 h 2318072"/>
                <a:gd name="connsiteX38" fmla="*/ 716345 w 1029760"/>
                <a:gd name="connsiteY38" fmla="*/ 1403313 h 2318072"/>
                <a:gd name="connsiteX39" fmla="*/ 831133 w 1029760"/>
                <a:gd name="connsiteY39" fmla="*/ 1403313 h 2318072"/>
                <a:gd name="connsiteX40" fmla="*/ 1029760 w 1029760"/>
                <a:gd name="connsiteY40" fmla="*/ 1403313 h 2318072"/>
                <a:gd name="connsiteX41" fmla="*/ 855031 w 1029760"/>
                <a:gd name="connsiteY41" fmla="*/ 763556 h 2318072"/>
                <a:gd name="connsiteX0" fmla="*/ 855031 w 1029760"/>
                <a:gd name="connsiteY0" fmla="*/ 763556 h 2318072"/>
                <a:gd name="connsiteX1" fmla="*/ 742986 w 1029760"/>
                <a:gd name="connsiteY1" fmla="*/ 377665 h 2318072"/>
                <a:gd name="connsiteX2" fmla="*/ 741810 w 1029760"/>
                <a:gd name="connsiteY2" fmla="*/ 364344 h 2318072"/>
                <a:gd name="connsiteX3" fmla="*/ 741810 w 1029760"/>
                <a:gd name="connsiteY3" fmla="*/ 209204 h 2318072"/>
                <a:gd name="connsiteX4" fmla="*/ 742594 w 1029760"/>
                <a:gd name="connsiteY4" fmla="*/ 99117 h 2318072"/>
                <a:gd name="connsiteX5" fmla="*/ 744944 w 1029760"/>
                <a:gd name="connsiteY5" fmla="*/ 63075 h 2318072"/>
                <a:gd name="connsiteX6" fmla="*/ 740635 w 1029760"/>
                <a:gd name="connsiteY6" fmla="*/ 46620 h 2318072"/>
                <a:gd name="connsiteX7" fmla="*/ 706551 w 1029760"/>
                <a:gd name="connsiteY7" fmla="*/ 14104 h 2318072"/>
                <a:gd name="connsiteX8" fmla="*/ 697541 w 1029760"/>
                <a:gd name="connsiteY8" fmla="*/ 24290 h 2318072"/>
                <a:gd name="connsiteX9" fmla="*/ 692056 w 1029760"/>
                <a:gd name="connsiteY9" fmla="*/ 50930 h 2318072"/>
                <a:gd name="connsiteX10" fmla="*/ 656797 w 1029760"/>
                <a:gd name="connsiteY10" fmla="*/ 101860 h 2318072"/>
                <a:gd name="connsiteX11" fmla="*/ 523204 w 1029760"/>
                <a:gd name="connsiteY11" fmla="*/ 184523 h 2318072"/>
                <a:gd name="connsiteX12" fmla="*/ 514193 w 1029760"/>
                <a:gd name="connsiteY12" fmla="*/ 191183 h 2318072"/>
                <a:gd name="connsiteX13" fmla="*/ 494996 w 1029760"/>
                <a:gd name="connsiteY13" fmla="*/ 205678 h 2318072"/>
                <a:gd name="connsiteX14" fmla="*/ 460913 w 1029760"/>
                <a:gd name="connsiteY14" fmla="*/ 208812 h 2318072"/>
                <a:gd name="connsiteX15" fmla="*/ 455428 w 1029760"/>
                <a:gd name="connsiteY15" fmla="*/ 202152 h 2318072"/>
                <a:gd name="connsiteX16" fmla="*/ 427612 w 1029760"/>
                <a:gd name="connsiteY16" fmla="*/ 189224 h 2318072"/>
                <a:gd name="connsiteX17" fmla="*/ 407240 w 1029760"/>
                <a:gd name="connsiteY17" fmla="*/ 179822 h 2318072"/>
                <a:gd name="connsiteX18" fmla="*/ 344166 w 1029760"/>
                <a:gd name="connsiteY18" fmla="*/ 147697 h 2318072"/>
                <a:gd name="connsiteX19" fmla="*/ 340640 w 1029760"/>
                <a:gd name="connsiteY19" fmla="*/ 146130 h 2318072"/>
                <a:gd name="connsiteX20" fmla="*/ 329279 w 1029760"/>
                <a:gd name="connsiteY20" fmla="*/ 139469 h 2318072"/>
                <a:gd name="connsiteX21" fmla="*/ 177664 w 1029760"/>
                <a:gd name="connsiteY21" fmla="*/ 64250 h 2318072"/>
                <a:gd name="connsiteX22" fmla="*/ 121641 w 1029760"/>
                <a:gd name="connsiteY22" fmla="*/ 36435 h 2318072"/>
                <a:gd name="connsiteX23" fmla="*/ 107146 w 1029760"/>
                <a:gd name="connsiteY23" fmla="*/ 18021 h 2318072"/>
                <a:gd name="connsiteX24" fmla="*/ 99311 w 1029760"/>
                <a:gd name="connsiteY24" fmla="*/ 0 h 2318072"/>
                <a:gd name="connsiteX25" fmla="*/ 78155 w 1029760"/>
                <a:gd name="connsiteY25" fmla="*/ 24681 h 2318072"/>
                <a:gd name="connsiteX26" fmla="*/ 69144 w 1029760"/>
                <a:gd name="connsiteY26" fmla="*/ 81880 h 2318072"/>
                <a:gd name="connsiteX27" fmla="*/ 69144 w 1029760"/>
                <a:gd name="connsiteY27" fmla="*/ 103035 h 2318072"/>
                <a:gd name="connsiteX28" fmla="*/ 66402 w 1029760"/>
                <a:gd name="connsiteY28" fmla="*/ 121840 h 2318072"/>
                <a:gd name="connsiteX29" fmla="*/ 61309 w 1029760"/>
                <a:gd name="connsiteY29" fmla="*/ 167285 h 2318072"/>
                <a:gd name="connsiteX30" fmla="*/ 102837 w 1029760"/>
                <a:gd name="connsiteY30" fmla="*/ 363561 h 2318072"/>
                <a:gd name="connsiteX31" fmla="*/ 110672 w 1029760"/>
                <a:gd name="connsiteY31" fmla="*/ 408614 h 2318072"/>
                <a:gd name="connsiteX32" fmla="*/ 64052 w 1029760"/>
                <a:gd name="connsiteY32" fmla="*/ 680110 h 2318072"/>
                <a:gd name="connsiteX33" fmla="*/ 16256 w 1029760"/>
                <a:gd name="connsiteY33" fmla="*/ 958265 h 2318072"/>
                <a:gd name="connsiteX34" fmla="*/ 113 w 1029760"/>
                <a:gd name="connsiteY34" fmla="*/ 1276001 h 2318072"/>
                <a:gd name="connsiteX35" fmla="*/ 6331 w 1029760"/>
                <a:gd name="connsiteY35" fmla="*/ 2318072 h 2318072"/>
                <a:gd name="connsiteX36" fmla="*/ 266987 w 1029760"/>
                <a:gd name="connsiteY36" fmla="*/ 1403313 h 2318072"/>
                <a:gd name="connsiteX37" fmla="*/ 405673 w 1029760"/>
                <a:gd name="connsiteY37" fmla="*/ 1403313 h 2318072"/>
                <a:gd name="connsiteX38" fmla="*/ 716345 w 1029760"/>
                <a:gd name="connsiteY38" fmla="*/ 1403313 h 2318072"/>
                <a:gd name="connsiteX39" fmla="*/ 831133 w 1029760"/>
                <a:gd name="connsiteY39" fmla="*/ 1403313 h 2318072"/>
                <a:gd name="connsiteX40" fmla="*/ 1029760 w 1029760"/>
                <a:gd name="connsiteY40" fmla="*/ 1403313 h 2318072"/>
                <a:gd name="connsiteX41" fmla="*/ 855031 w 1029760"/>
                <a:gd name="connsiteY41" fmla="*/ 763556 h 2318072"/>
                <a:gd name="connsiteX0" fmla="*/ 864487 w 1039216"/>
                <a:gd name="connsiteY0" fmla="*/ 763556 h 2318072"/>
                <a:gd name="connsiteX1" fmla="*/ 752442 w 1039216"/>
                <a:gd name="connsiteY1" fmla="*/ 377665 h 2318072"/>
                <a:gd name="connsiteX2" fmla="*/ 751266 w 1039216"/>
                <a:gd name="connsiteY2" fmla="*/ 364344 h 2318072"/>
                <a:gd name="connsiteX3" fmla="*/ 751266 w 1039216"/>
                <a:gd name="connsiteY3" fmla="*/ 209204 h 2318072"/>
                <a:gd name="connsiteX4" fmla="*/ 752050 w 1039216"/>
                <a:gd name="connsiteY4" fmla="*/ 99117 h 2318072"/>
                <a:gd name="connsiteX5" fmla="*/ 754400 w 1039216"/>
                <a:gd name="connsiteY5" fmla="*/ 63075 h 2318072"/>
                <a:gd name="connsiteX6" fmla="*/ 750091 w 1039216"/>
                <a:gd name="connsiteY6" fmla="*/ 46620 h 2318072"/>
                <a:gd name="connsiteX7" fmla="*/ 716007 w 1039216"/>
                <a:gd name="connsiteY7" fmla="*/ 14104 h 2318072"/>
                <a:gd name="connsiteX8" fmla="*/ 706997 w 1039216"/>
                <a:gd name="connsiteY8" fmla="*/ 24290 h 2318072"/>
                <a:gd name="connsiteX9" fmla="*/ 701512 w 1039216"/>
                <a:gd name="connsiteY9" fmla="*/ 50930 h 2318072"/>
                <a:gd name="connsiteX10" fmla="*/ 666253 w 1039216"/>
                <a:gd name="connsiteY10" fmla="*/ 101860 h 2318072"/>
                <a:gd name="connsiteX11" fmla="*/ 532660 w 1039216"/>
                <a:gd name="connsiteY11" fmla="*/ 184523 h 2318072"/>
                <a:gd name="connsiteX12" fmla="*/ 523649 w 1039216"/>
                <a:gd name="connsiteY12" fmla="*/ 191183 h 2318072"/>
                <a:gd name="connsiteX13" fmla="*/ 504452 w 1039216"/>
                <a:gd name="connsiteY13" fmla="*/ 205678 h 2318072"/>
                <a:gd name="connsiteX14" fmla="*/ 470369 w 1039216"/>
                <a:gd name="connsiteY14" fmla="*/ 208812 h 2318072"/>
                <a:gd name="connsiteX15" fmla="*/ 464884 w 1039216"/>
                <a:gd name="connsiteY15" fmla="*/ 202152 h 2318072"/>
                <a:gd name="connsiteX16" fmla="*/ 437068 w 1039216"/>
                <a:gd name="connsiteY16" fmla="*/ 189224 h 2318072"/>
                <a:gd name="connsiteX17" fmla="*/ 416696 w 1039216"/>
                <a:gd name="connsiteY17" fmla="*/ 179822 h 2318072"/>
                <a:gd name="connsiteX18" fmla="*/ 353622 w 1039216"/>
                <a:gd name="connsiteY18" fmla="*/ 147697 h 2318072"/>
                <a:gd name="connsiteX19" fmla="*/ 350096 w 1039216"/>
                <a:gd name="connsiteY19" fmla="*/ 146130 h 2318072"/>
                <a:gd name="connsiteX20" fmla="*/ 338735 w 1039216"/>
                <a:gd name="connsiteY20" fmla="*/ 139469 h 2318072"/>
                <a:gd name="connsiteX21" fmla="*/ 187120 w 1039216"/>
                <a:gd name="connsiteY21" fmla="*/ 64250 h 2318072"/>
                <a:gd name="connsiteX22" fmla="*/ 131097 w 1039216"/>
                <a:gd name="connsiteY22" fmla="*/ 36435 h 2318072"/>
                <a:gd name="connsiteX23" fmla="*/ 116602 w 1039216"/>
                <a:gd name="connsiteY23" fmla="*/ 18021 h 2318072"/>
                <a:gd name="connsiteX24" fmla="*/ 108767 w 1039216"/>
                <a:gd name="connsiteY24" fmla="*/ 0 h 2318072"/>
                <a:gd name="connsiteX25" fmla="*/ 87611 w 1039216"/>
                <a:gd name="connsiteY25" fmla="*/ 24681 h 2318072"/>
                <a:gd name="connsiteX26" fmla="*/ 78600 w 1039216"/>
                <a:gd name="connsiteY26" fmla="*/ 81880 h 2318072"/>
                <a:gd name="connsiteX27" fmla="*/ 78600 w 1039216"/>
                <a:gd name="connsiteY27" fmla="*/ 103035 h 2318072"/>
                <a:gd name="connsiteX28" fmla="*/ 75858 w 1039216"/>
                <a:gd name="connsiteY28" fmla="*/ 121840 h 2318072"/>
                <a:gd name="connsiteX29" fmla="*/ 70765 w 1039216"/>
                <a:gd name="connsiteY29" fmla="*/ 167285 h 2318072"/>
                <a:gd name="connsiteX30" fmla="*/ 112293 w 1039216"/>
                <a:gd name="connsiteY30" fmla="*/ 363561 h 2318072"/>
                <a:gd name="connsiteX31" fmla="*/ 120128 w 1039216"/>
                <a:gd name="connsiteY31" fmla="*/ 408614 h 2318072"/>
                <a:gd name="connsiteX32" fmla="*/ 73508 w 1039216"/>
                <a:gd name="connsiteY32" fmla="*/ 680110 h 2318072"/>
                <a:gd name="connsiteX33" fmla="*/ 25712 w 1039216"/>
                <a:gd name="connsiteY33" fmla="*/ 958265 h 2318072"/>
                <a:gd name="connsiteX34" fmla="*/ 73 w 1039216"/>
                <a:gd name="connsiteY34" fmla="*/ 1282332 h 2318072"/>
                <a:gd name="connsiteX35" fmla="*/ 15787 w 1039216"/>
                <a:gd name="connsiteY35" fmla="*/ 2318072 h 2318072"/>
                <a:gd name="connsiteX36" fmla="*/ 276443 w 1039216"/>
                <a:gd name="connsiteY36" fmla="*/ 1403313 h 2318072"/>
                <a:gd name="connsiteX37" fmla="*/ 415129 w 1039216"/>
                <a:gd name="connsiteY37" fmla="*/ 1403313 h 2318072"/>
                <a:gd name="connsiteX38" fmla="*/ 725801 w 1039216"/>
                <a:gd name="connsiteY38" fmla="*/ 1403313 h 2318072"/>
                <a:gd name="connsiteX39" fmla="*/ 840589 w 1039216"/>
                <a:gd name="connsiteY39" fmla="*/ 1403313 h 2318072"/>
                <a:gd name="connsiteX40" fmla="*/ 1039216 w 1039216"/>
                <a:gd name="connsiteY40" fmla="*/ 1403313 h 2318072"/>
                <a:gd name="connsiteX41" fmla="*/ 864487 w 1039216"/>
                <a:gd name="connsiteY41" fmla="*/ 763556 h 2318072"/>
                <a:gd name="connsiteX0" fmla="*/ 864487 w 1039216"/>
                <a:gd name="connsiteY0" fmla="*/ 763556 h 2318072"/>
                <a:gd name="connsiteX1" fmla="*/ 752442 w 1039216"/>
                <a:gd name="connsiteY1" fmla="*/ 377665 h 2318072"/>
                <a:gd name="connsiteX2" fmla="*/ 751266 w 1039216"/>
                <a:gd name="connsiteY2" fmla="*/ 364344 h 2318072"/>
                <a:gd name="connsiteX3" fmla="*/ 751266 w 1039216"/>
                <a:gd name="connsiteY3" fmla="*/ 209204 h 2318072"/>
                <a:gd name="connsiteX4" fmla="*/ 752050 w 1039216"/>
                <a:gd name="connsiteY4" fmla="*/ 99117 h 2318072"/>
                <a:gd name="connsiteX5" fmla="*/ 754400 w 1039216"/>
                <a:gd name="connsiteY5" fmla="*/ 63075 h 2318072"/>
                <a:gd name="connsiteX6" fmla="*/ 750091 w 1039216"/>
                <a:gd name="connsiteY6" fmla="*/ 46620 h 2318072"/>
                <a:gd name="connsiteX7" fmla="*/ 716007 w 1039216"/>
                <a:gd name="connsiteY7" fmla="*/ 14104 h 2318072"/>
                <a:gd name="connsiteX8" fmla="*/ 706997 w 1039216"/>
                <a:gd name="connsiteY8" fmla="*/ 24290 h 2318072"/>
                <a:gd name="connsiteX9" fmla="*/ 701512 w 1039216"/>
                <a:gd name="connsiteY9" fmla="*/ 50930 h 2318072"/>
                <a:gd name="connsiteX10" fmla="*/ 666253 w 1039216"/>
                <a:gd name="connsiteY10" fmla="*/ 101860 h 2318072"/>
                <a:gd name="connsiteX11" fmla="*/ 532660 w 1039216"/>
                <a:gd name="connsiteY11" fmla="*/ 184523 h 2318072"/>
                <a:gd name="connsiteX12" fmla="*/ 523649 w 1039216"/>
                <a:gd name="connsiteY12" fmla="*/ 191183 h 2318072"/>
                <a:gd name="connsiteX13" fmla="*/ 504452 w 1039216"/>
                <a:gd name="connsiteY13" fmla="*/ 205678 h 2318072"/>
                <a:gd name="connsiteX14" fmla="*/ 470369 w 1039216"/>
                <a:gd name="connsiteY14" fmla="*/ 208812 h 2318072"/>
                <a:gd name="connsiteX15" fmla="*/ 464884 w 1039216"/>
                <a:gd name="connsiteY15" fmla="*/ 202152 h 2318072"/>
                <a:gd name="connsiteX16" fmla="*/ 437068 w 1039216"/>
                <a:gd name="connsiteY16" fmla="*/ 189224 h 2318072"/>
                <a:gd name="connsiteX17" fmla="*/ 416696 w 1039216"/>
                <a:gd name="connsiteY17" fmla="*/ 179822 h 2318072"/>
                <a:gd name="connsiteX18" fmla="*/ 353622 w 1039216"/>
                <a:gd name="connsiteY18" fmla="*/ 147697 h 2318072"/>
                <a:gd name="connsiteX19" fmla="*/ 350096 w 1039216"/>
                <a:gd name="connsiteY19" fmla="*/ 146130 h 2318072"/>
                <a:gd name="connsiteX20" fmla="*/ 338735 w 1039216"/>
                <a:gd name="connsiteY20" fmla="*/ 139469 h 2318072"/>
                <a:gd name="connsiteX21" fmla="*/ 187120 w 1039216"/>
                <a:gd name="connsiteY21" fmla="*/ 64250 h 2318072"/>
                <a:gd name="connsiteX22" fmla="*/ 131097 w 1039216"/>
                <a:gd name="connsiteY22" fmla="*/ 36435 h 2318072"/>
                <a:gd name="connsiteX23" fmla="*/ 116602 w 1039216"/>
                <a:gd name="connsiteY23" fmla="*/ 18021 h 2318072"/>
                <a:gd name="connsiteX24" fmla="*/ 108767 w 1039216"/>
                <a:gd name="connsiteY24" fmla="*/ 0 h 2318072"/>
                <a:gd name="connsiteX25" fmla="*/ 87611 w 1039216"/>
                <a:gd name="connsiteY25" fmla="*/ 24681 h 2318072"/>
                <a:gd name="connsiteX26" fmla="*/ 78600 w 1039216"/>
                <a:gd name="connsiteY26" fmla="*/ 81880 h 2318072"/>
                <a:gd name="connsiteX27" fmla="*/ 78600 w 1039216"/>
                <a:gd name="connsiteY27" fmla="*/ 103035 h 2318072"/>
                <a:gd name="connsiteX28" fmla="*/ 75858 w 1039216"/>
                <a:gd name="connsiteY28" fmla="*/ 121840 h 2318072"/>
                <a:gd name="connsiteX29" fmla="*/ 70765 w 1039216"/>
                <a:gd name="connsiteY29" fmla="*/ 167285 h 2318072"/>
                <a:gd name="connsiteX30" fmla="*/ 112293 w 1039216"/>
                <a:gd name="connsiteY30" fmla="*/ 363561 h 2318072"/>
                <a:gd name="connsiteX31" fmla="*/ 120128 w 1039216"/>
                <a:gd name="connsiteY31" fmla="*/ 408614 h 2318072"/>
                <a:gd name="connsiteX32" fmla="*/ 73508 w 1039216"/>
                <a:gd name="connsiteY32" fmla="*/ 680110 h 2318072"/>
                <a:gd name="connsiteX33" fmla="*/ 25712 w 1039216"/>
                <a:gd name="connsiteY33" fmla="*/ 958265 h 2318072"/>
                <a:gd name="connsiteX34" fmla="*/ 73 w 1039216"/>
                <a:gd name="connsiteY34" fmla="*/ 1282332 h 2318072"/>
                <a:gd name="connsiteX35" fmla="*/ 15787 w 1039216"/>
                <a:gd name="connsiteY35" fmla="*/ 2318072 h 2318072"/>
                <a:gd name="connsiteX36" fmla="*/ 276443 w 1039216"/>
                <a:gd name="connsiteY36" fmla="*/ 1403313 h 2318072"/>
                <a:gd name="connsiteX37" fmla="*/ 475268 w 1039216"/>
                <a:gd name="connsiteY37" fmla="*/ 1634376 h 2318072"/>
                <a:gd name="connsiteX38" fmla="*/ 725801 w 1039216"/>
                <a:gd name="connsiteY38" fmla="*/ 1403313 h 2318072"/>
                <a:gd name="connsiteX39" fmla="*/ 840589 w 1039216"/>
                <a:gd name="connsiteY39" fmla="*/ 1403313 h 2318072"/>
                <a:gd name="connsiteX40" fmla="*/ 1039216 w 1039216"/>
                <a:gd name="connsiteY40" fmla="*/ 1403313 h 2318072"/>
                <a:gd name="connsiteX41" fmla="*/ 864487 w 1039216"/>
                <a:gd name="connsiteY41" fmla="*/ 763556 h 2318072"/>
                <a:gd name="connsiteX0" fmla="*/ 864487 w 1039216"/>
                <a:gd name="connsiteY0" fmla="*/ 763556 h 2322159"/>
                <a:gd name="connsiteX1" fmla="*/ 752442 w 1039216"/>
                <a:gd name="connsiteY1" fmla="*/ 377665 h 2322159"/>
                <a:gd name="connsiteX2" fmla="*/ 751266 w 1039216"/>
                <a:gd name="connsiteY2" fmla="*/ 364344 h 2322159"/>
                <a:gd name="connsiteX3" fmla="*/ 751266 w 1039216"/>
                <a:gd name="connsiteY3" fmla="*/ 209204 h 2322159"/>
                <a:gd name="connsiteX4" fmla="*/ 752050 w 1039216"/>
                <a:gd name="connsiteY4" fmla="*/ 99117 h 2322159"/>
                <a:gd name="connsiteX5" fmla="*/ 754400 w 1039216"/>
                <a:gd name="connsiteY5" fmla="*/ 63075 h 2322159"/>
                <a:gd name="connsiteX6" fmla="*/ 750091 w 1039216"/>
                <a:gd name="connsiteY6" fmla="*/ 46620 h 2322159"/>
                <a:gd name="connsiteX7" fmla="*/ 716007 w 1039216"/>
                <a:gd name="connsiteY7" fmla="*/ 14104 h 2322159"/>
                <a:gd name="connsiteX8" fmla="*/ 706997 w 1039216"/>
                <a:gd name="connsiteY8" fmla="*/ 24290 h 2322159"/>
                <a:gd name="connsiteX9" fmla="*/ 701512 w 1039216"/>
                <a:gd name="connsiteY9" fmla="*/ 50930 h 2322159"/>
                <a:gd name="connsiteX10" fmla="*/ 666253 w 1039216"/>
                <a:gd name="connsiteY10" fmla="*/ 101860 h 2322159"/>
                <a:gd name="connsiteX11" fmla="*/ 532660 w 1039216"/>
                <a:gd name="connsiteY11" fmla="*/ 184523 h 2322159"/>
                <a:gd name="connsiteX12" fmla="*/ 523649 w 1039216"/>
                <a:gd name="connsiteY12" fmla="*/ 191183 h 2322159"/>
                <a:gd name="connsiteX13" fmla="*/ 504452 w 1039216"/>
                <a:gd name="connsiteY13" fmla="*/ 205678 h 2322159"/>
                <a:gd name="connsiteX14" fmla="*/ 470369 w 1039216"/>
                <a:gd name="connsiteY14" fmla="*/ 208812 h 2322159"/>
                <a:gd name="connsiteX15" fmla="*/ 464884 w 1039216"/>
                <a:gd name="connsiteY15" fmla="*/ 202152 h 2322159"/>
                <a:gd name="connsiteX16" fmla="*/ 437068 w 1039216"/>
                <a:gd name="connsiteY16" fmla="*/ 189224 h 2322159"/>
                <a:gd name="connsiteX17" fmla="*/ 416696 w 1039216"/>
                <a:gd name="connsiteY17" fmla="*/ 179822 h 2322159"/>
                <a:gd name="connsiteX18" fmla="*/ 353622 w 1039216"/>
                <a:gd name="connsiteY18" fmla="*/ 147697 h 2322159"/>
                <a:gd name="connsiteX19" fmla="*/ 350096 w 1039216"/>
                <a:gd name="connsiteY19" fmla="*/ 146130 h 2322159"/>
                <a:gd name="connsiteX20" fmla="*/ 338735 w 1039216"/>
                <a:gd name="connsiteY20" fmla="*/ 139469 h 2322159"/>
                <a:gd name="connsiteX21" fmla="*/ 187120 w 1039216"/>
                <a:gd name="connsiteY21" fmla="*/ 64250 h 2322159"/>
                <a:gd name="connsiteX22" fmla="*/ 131097 w 1039216"/>
                <a:gd name="connsiteY22" fmla="*/ 36435 h 2322159"/>
                <a:gd name="connsiteX23" fmla="*/ 116602 w 1039216"/>
                <a:gd name="connsiteY23" fmla="*/ 18021 h 2322159"/>
                <a:gd name="connsiteX24" fmla="*/ 108767 w 1039216"/>
                <a:gd name="connsiteY24" fmla="*/ 0 h 2322159"/>
                <a:gd name="connsiteX25" fmla="*/ 87611 w 1039216"/>
                <a:gd name="connsiteY25" fmla="*/ 24681 h 2322159"/>
                <a:gd name="connsiteX26" fmla="*/ 78600 w 1039216"/>
                <a:gd name="connsiteY26" fmla="*/ 81880 h 2322159"/>
                <a:gd name="connsiteX27" fmla="*/ 78600 w 1039216"/>
                <a:gd name="connsiteY27" fmla="*/ 103035 h 2322159"/>
                <a:gd name="connsiteX28" fmla="*/ 75858 w 1039216"/>
                <a:gd name="connsiteY28" fmla="*/ 121840 h 2322159"/>
                <a:gd name="connsiteX29" fmla="*/ 70765 w 1039216"/>
                <a:gd name="connsiteY29" fmla="*/ 167285 h 2322159"/>
                <a:gd name="connsiteX30" fmla="*/ 112293 w 1039216"/>
                <a:gd name="connsiteY30" fmla="*/ 363561 h 2322159"/>
                <a:gd name="connsiteX31" fmla="*/ 120128 w 1039216"/>
                <a:gd name="connsiteY31" fmla="*/ 408614 h 2322159"/>
                <a:gd name="connsiteX32" fmla="*/ 73508 w 1039216"/>
                <a:gd name="connsiteY32" fmla="*/ 680110 h 2322159"/>
                <a:gd name="connsiteX33" fmla="*/ 25712 w 1039216"/>
                <a:gd name="connsiteY33" fmla="*/ 958265 h 2322159"/>
                <a:gd name="connsiteX34" fmla="*/ 73 w 1039216"/>
                <a:gd name="connsiteY34" fmla="*/ 1282332 h 2322159"/>
                <a:gd name="connsiteX35" fmla="*/ 15787 w 1039216"/>
                <a:gd name="connsiteY35" fmla="*/ 2318072 h 2322159"/>
                <a:gd name="connsiteX36" fmla="*/ 475268 w 1039216"/>
                <a:gd name="connsiteY36" fmla="*/ 1634376 h 2322159"/>
                <a:gd name="connsiteX37" fmla="*/ 725801 w 1039216"/>
                <a:gd name="connsiteY37" fmla="*/ 1403313 h 2322159"/>
                <a:gd name="connsiteX38" fmla="*/ 840589 w 1039216"/>
                <a:gd name="connsiteY38" fmla="*/ 1403313 h 2322159"/>
                <a:gd name="connsiteX39" fmla="*/ 1039216 w 1039216"/>
                <a:gd name="connsiteY39" fmla="*/ 1403313 h 2322159"/>
                <a:gd name="connsiteX40" fmla="*/ 864487 w 1039216"/>
                <a:gd name="connsiteY40" fmla="*/ 763556 h 2322159"/>
                <a:gd name="connsiteX0" fmla="*/ 864487 w 1039216"/>
                <a:gd name="connsiteY0" fmla="*/ 763556 h 2318454"/>
                <a:gd name="connsiteX1" fmla="*/ 752442 w 1039216"/>
                <a:gd name="connsiteY1" fmla="*/ 377665 h 2318454"/>
                <a:gd name="connsiteX2" fmla="*/ 751266 w 1039216"/>
                <a:gd name="connsiteY2" fmla="*/ 364344 h 2318454"/>
                <a:gd name="connsiteX3" fmla="*/ 751266 w 1039216"/>
                <a:gd name="connsiteY3" fmla="*/ 209204 h 2318454"/>
                <a:gd name="connsiteX4" fmla="*/ 752050 w 1039216"/>
                <a:gd name="connsiteY4" fmla="*/ 99117 h 2318454"/>
                <a:gd name="connsiteX5" fmla="*/ 754400 w 1039216"/>
                <a:gd name="connsiteY5" fmla="*/ 63075 h 2318454"/>
                <a:gd name="connsiteX6" fmla="*/ 750091 w 1039216"/>
                <a:gd name="connsiteY6" fmla="*/ 46620 h 2318454"/>
                <a:gd name="connsiteX7" fmla="*/ 716007 w 1039216"/>
                <a:gd name="connsiteY7" fmla="*/ 14104 h 2318454"/>
                <a:gd name="connsiteX8" fmla="*/ 706997 w 1039216"/>
                <a:gd name="connsiteY8" fmla="*/ 24290 h 2318454"/>
                <a:gd name="connsiteX9" fmla="*/ 701512 w 1039216"/>
                <a:gd name="connsiteY9" fmla="*/ 50930 h 2318454"/>
                <a:gd name="connsiteX10" fmla="*/ 666253 w 1039216"/>
                <a:gd name="connsiteY10" fmla="*/ 101860 h 2318454"/>
                <a:gd name="connsiteX11" fmla="*/ 532660 w 1039216"/>
                <a:gd name="connsiteY11" fmla="*/ 184523 h 2318454"/>
                <a:gd name="connsiteX12" fmla="*/ 523649 w 1039216"/>
                <a:gd name="connsiteY12" fmla="*/ 191183 h 2318454"/>
                <a:gd name="connsiteX13" fmla="*/ 504452 w 1039216"/>
                <a:gd name="connsiteY13" fmla="*/ 205678 h 2318454"/>
                <a:gd name="connsiteX14" fmla="*/ 470369 w 1039216"/>
                <a:gd name="connsiteY14" fmla="*/ 208812 h 2318454"/>
                <a:gd name="connsiteX15" fmla="*/ 464884 w 1039216"/>
                <a:gd name="connsiteY15" fmla="*/ 202152 h 2318454"/>
                <a:gd name="connsiteX16" fmla="*/ 437068 w 1039216"/>
                <a:gd name="connsiteY16" fmla="*/ 189224 h 2318454"/>
                <a:gd name="connsiteX17" fmla="*/ 416696 w 1039216"/>
                <a:gd name="connsiteY17" fmla="*/ 179822 h 2318454"/>
                <a:gd name="connsiteX18" fmla="*/ 353622 w 1039216"/>
                <a:gd name="connsiteY18" fmla="*/ 147697 h 2318454"/>
                <a:gd name="connsiteX19" fmla="*/ 350096 w 1039216"/>
                <a:gd name="connsiteY19" fmla="*/ 146130 h 2318454"/>
                <a:gd name="connsiteX20" fmla="*/ 338735 w 1039216"/>
                <a:gd name="connsiteY20" fmla="*/ 139469 h 2318454"/>
                <a:gd name="connsiteX21" fmla="*/ 187120 w 1039216"/>
                <a:gd name="connsiteY21" fmla="*/ 64250 h 2318454"/>
                <a:gd name="connsiteX22" fmla="*/ 131097 w 1039216"/>
                <a:gd name="connsiteY22" fmla="*/ 36435 h 2318454"/>
                <a:gd name="connsiteX23" fmla="*/ 116602 w 1039216"/>
                <a:gd name="connsiteY23" fmla="*/ 18021 h 2318454"/>
                <a:gd name="connsiteX24" fmla="*/ 108767 w 1039216"/>
                <a:gd name="connsiteY24" fmla="*/ 0 h 2318454"/>
                <a:gd name="connsiteX25" fmla="*/ 87611 w 1039216"/>
                <a:gd name="connsiteY25" fmla="*/ 24681 h 2318454"/>
                <a:gd name="connsiteX26" fmla="*/ 78600 w 1039216"/>
                <a:gd name="connsiteY26" fmla="*/ 81880 h 2318454"/>
                <a:gd name="connsiteX27" fmla="*/ 78600 w 1039216"/>
                <a:gd name="connsiteY27" fmla="*/ 103035 h 2318454"/>
                <a:gd name="connsiteX28" fmla="*/ 75858 w 1039216"/>
                <a:gd name="connsiteY28" fmla="*/ 121840 h 2318454"/>
                <a:gd name="connsiteX29" fmla="*/ 70765 w 1039216"/>
                <a:gd name="connsiteY29" fmla="*/ 167285 h 2318454"/>
                <a:gd name="connsiteX30" fmla="*/ 112293 w 1039216"/>
                <a:gd name="connsiteY30" fmla="*/ 363561 h 2318454"/>
                <a:gd name="connsiteX31" fmla="*/ 120128 w 1039216"/>
                <a:gd name="connsiteY31" fmla="*/ 408614 h 2318454"/>
                <a:gd name="connsiteX32" fmla="*/ 73508 w 1039216"/>
                <a:gd name="connsiteY32" fmla="*/ 680110 h 2318454"/>
                <a:gd name="connsiteX33" fmla="*/ 25712 w 1039216"/>
                <a:gd name="connsiteY33" fmla="*/ 958265 h 2318454"/>
                <a:gd name="connsiteX34" fmla="*/ 73 w 1039216"/>
                <a:gd name="connsiteY34" fmla="*/ 1282332 h 2318454"/>
                <a:gd name="connsiteX35" fmla="*/ 15787 w 1039216"/>
                <a:gd name="connsiteY35" fmla="*/ 2318072 h 2318454"/>
                <a:gd name="connsiteX36" fmla="*/ 725801 w 1039216"/>
                <a:gd name="connsiteY36" fmla="*/ 1403313 h 2318454"/>
                <a:gd name="connsiteX37" fmla="*/ 840589 w 1039216"/>
                <a:gd name="connsiteY37" fmla="*/ 1403313 h 2318454"/>
                <a:gd name="connsiteX38" fmla="*/ 1039216 w 1039216"/>
                <a:gd name="connsiteY38" fmla="*/ 1403313 h 2318454"/>
                <a:gd name="connsiteX39" fmla="*/ 864487 w 1039216"/>
                <a:gd name="connsiteY39" fmla="*/ 763556 h 2318454"/>
                <a:gd name="connsiteX0" fmla="*/ 864487 w 1039216"/>
                <a:gd name="connsiteY0" fmla="*/ 763556 h 2318454"/>
                <a:gd name="connsiteX1" fmla="*/ 752442 w 1039216"/>
                <a:gd name="connsiteY1" fmla="*/ 377665 h 2318454"/>
                <a:gd name="connsiteX2" fmla="*/ 751266 w 1039216"/>
                <a:gd name="connsiteY2" fmla="*/ 364344 h 2318454"/>
                <a:gd name="connsiteX3" fmla="*/ 751266 w 1039216"/>
                <a:gd name="connsiteY3" fmla="*/ 209204 h 2318454"/>
                <a:gd name="connsiteX4" fmla="*/ 752050 w 1039216"/>
                <a:gd name="connsiteY4" fmla="*/ 99117 h 2318454"/>
                <a:gd name="connsiteX5" fmla="*/ 754400 w 1039216"/>
                <a:gd name="connsiteY5" fmla="*/ 63075 h 2318454"/>
                <a:gd name="connsiteX6" fmla="*/ 750091 w 1039216"/>
                <a:gd name="connsiteY6" fmla="*/ 46620 h 2318454"/>
                <a:gd name="connsiteX7" fmla="*/ 716007 w 1039216"/>
                <a:gd name="connsiteY7" fmla="*/ 14104 h 2318454"/>
                <a:gd name="connsiteX8" fmla="*/ 706997 w 1039216"/>
                <a:gd name="connsiteY8" fmla="*/ 24290 h 2318454"/>
                <a:gd name="connsiteX9" fmla="*/ 701512 w 1039216"/>
                <a:gd name="connsiteY9" fmla="*/ 50930 h 2318454"/>
                <a:gd name="connsiteX10" fmla="*/ 666253 w 1039216"/>
                <a:gd name="connsiteY10" fmla="*/ 101860 h 2318454"/>
                <a:gd name="connsiteX11" fmla="*/ 532660 w 1039216"/>
                <a:gd name="connsiteY11" fmla="*/ 184523 h 2318454"/>
                <a:gd name="connsiteX12" fmla="*/ 523649 w 1039216"/>
                <a:gd name="connsiteY12" fmla="*/ 191183 h 2318454"/>
                <a:gd name="connsiteX13" fmla="*/ 504452 w 1039216"/>
                <a:gd name="connsiteY13" fmla="*/ 205678 h 2318454"/>
                <a:gd name="connsiteX14" fmla="*/ 470369 w 1039216"/>
                <a:gd name="connsiteY14" fmla="*/ 208812 h 2318454"/>
                <a:gd name="connsiteX15" fmla="*/ 464884 w 1039216"/>
                <a:gd name="connsiteY15" fmla="*/ 202152 h 2318454"/>
                <a:gd name="connsiteX16" fmla="*/ 437068 w 1039216"/>
                <a:gd name="connsiteY16" fmla="*/ 189224 h 2318454"/>
                <a:gd name="connsiteX17" fmla="*/ 416696 w 1039216"/>
                <a:gd name="connsiteY17" fmla="*/ 179822 h 2318454"/>
                <a:gd name="connsiteX18" fmla="*/ 353622 w 1039216"/>
                <a:gd name="connsiteY18" fmla="*/ 147697 h 2318454"/>
                <a:gd name="connsiteX19" fmla="*/ 350096 w 1039216"/>
                <a:gd name="connsiteY19" fmla="*/ 146130 h 2318454"/>
                <a:gd name="connsiteX20" fmla="*/ 338735 w 1039216"/>
                <a:gd name="connsiteY20" fmla="*/ 139469 h 2318454"/>
                <a:gd name="connsiteX21" fmla="*/ 187120 w 1039216"/>
                <a:gd name="connsiteY21" fmla="*/ 64250 h 2318454"/>
                <a:gd name="connsiteX22" fmla="*/ 131097 w 1039216"/>
                <a:gd name="connsiteY22" fmla="*/ 36435 h 2318454"/>
                <a:gd name="connsiteX23" fmla="*/ 116602 w 1039216"/>
                <a:gd name="connsiteY23" fmla="*/ 18021 h 2318454"/>
                <a:gd name="connsiteX24" fmla="*/ 108767 w 1039216"/>
                <a:gd name="connsiteY24" fmla="*/ 0 h 2318454"/>
                <a:gd name="connsiteX25" fmla="*/ 87611 w 1039216"/>
                <a:gd name="connsiteY25" fmla="*/ 24681 h 2318454"/>
                <a:gd name="connsiteX26" fmla="*/ 78600 w 1039216"/>
                <a:gd name="connsiteY26" fmla="*/ 81880 h 2318454"/>
                <a:gd name="connsiteX27" fmla="*/ 78600 w 1039216"/>
                <a:gd name="connsiteY27" fmla="*/ 103035 h 2318454"/>
                <a:gd name="connsiteX28" fmla="*/ 75858 w 1039216"/>
                <a:gd name="connsiteY28" fmla="*/ 121840 h 2318454"/>
                <a:gd name="connsiteX29" fmla="*/ 70765 w 1039216"/>
                <a:gd name="connsiteY29" fmla="*/ 167285 h 2318454"/>
                <a:gd name="connsiteX30" fmla="*/ 112293 w 1039216"/>
                <a:gd name="connsiteY30" fmla="*/ 363561 h 2318454"/>
                <a:gd name="connsiteX31" fmla="*/ 120128 w 1039216"/>
                <a:gd name="connsiteY31" fmla="*/ 408614 h 2318454"/>
                <a:gd name="connsiteX32" fmla="*/ 73508 w 1039216"/>
                <a:gd name="connsiteY32" fmla="*/ 680110 h 2318454"/>
                <a:gd name="connsiteX33" fmla="*/ 25712 w 1039216"/>
                <a:gd name="connsiteY33" fmla="*/ 958265 h 2318454"/>
                <a:gd name="connsiteX34" fmla="*/ 73 w 1039216"/>
                <a:gd name="connsiteY34" fmla="*/ 1282332 h 2318454"/>
                <a:gd name="connsiteX35" fmla="*/ 15787 w 1039216"/>
                <a:gd name="connsiteY35" fmla="*/ 2318072 h 2318454"/>
                <a:gd name="connsiteX36" fmla="*/ 840589 w 1039216"/>
                <a:gd name="connsiteY36" fmla="*/ 1403313 h 2318454"/>
                <a:gd name="connsiteX37" fmla="*/ 1039216 w 1039216"/>
                <a:gd name="connsiteY37" fmla="*/ 1403313 h 2318454"/>
                <a:gd name="connsiteX38" fmla="*/ 864487 w 1039216"/>
                <a:gd name="connsiteY38" fmla="*/ 763556 h 2318454"/>
                <a:gd name="connsiteX0" fmla="*/ 864487 w 1131793"/>
                <a:gd name="connsiteY0" fmla="*/ 763556 h 2388302"/>
                <a:gd name="connsiteX1" fmla="*/ 752442 w 1131793"/>
                <a:gd name="connsiteY1" fmla="*/ 377665 h 2388302"/>
                <a:gd name="connsiteX2" fmla="*/ 751266 w 1131793"/>
                <a:gd name="connsiteY2" fmla="*/ 364344 h 2388302"/>
                <a:gd name="connsiteX3" fmla="*/ 751266 w 1131793"/>
                <a:gd name="connsiteY3" fmla="*/ 209204 h 2388302"/>
                <a:gd name="connsiteX4" fmla="*/ 752050 w 1131793"/>
                <a:gd name="connsiteY4" fmla="*/ 99117 h 2388302"/>
                <a:gd name="connsiteX5" fmla="*/ 754400 w 1131793"/>
                <a:gd name="connsiteY5" fmla="*/ 63075 h 2388302"/>
                <a:gd name="connsiteX6" fmla="*/ 750091 w 1131793"/>
                <a:gd name="connsiteY6" fmla="*/ 46620 h 2388302"/>
                <a:gd name="connsiteX7" fmla="*/ 716007 w 1131793"/>
                <a:gd name="connsiteY7" fmla="*/ 14104 h 2388302"/>
                <a:gd name="connsiteX8" fmla="*/ 706997 w 1131793"/>
                <a:gd name="connsiteY8" fmla="*/ 24290 h 2388302"/>
                <a:gd name="connsiteX9" fmla="*/ 701512 w 1131793"/>
                <a:gd name="connsiteY9" fmla="*/ 50930 h 2388302"/>
                <a:gd name="connsiteX10" fmla="*/ 666253 w 1131793"/>
                <a:gd name="connsiteY10" fmla="*/ 101860 h 2388302"/>
                <a:gd name="connsiteX11" fmla="*/ 532660 w 1131793"/>
                <a:gd name="connsiteY11" fmla="*/ 184523 h 2388302"/>
                <a:gd name="connsiteX12" fmla="*/ 523649 w 1131793"/>
                <a:gd name="connsiteY12" fmla="*/ 191183 h 2388302"/>
                <a:gd name="connsiteX13" fmla="*/ 504452 w 1131793"/>
                <a:gd name="connsiteY13" fmla="*/ 205678 h 2388302"/>
                <a:gd name="connsiteX14" fmla="*/ 470369 w 1131793"/>
                <a:gd name="connsiteY14" fmla="*/ 208812 h 2388302"/>
                <a:gd name="connsiteX15" fmla="*/ 464884 w 1131793"/>
                <a:gd name="connsiteY15" fmla="*/ 202152 h 2388302"/>
                <a:gd name="connsiteX16" fmla="*/ 437068 w 1131793"/>
                <a:gd name="connsiteY16" fmla="*/ 189224 h 2388302"/>
                <a:gd name="connsiteX17" fmla="*/ 416696 w 1131793"/>
                <a:gd name="connsiteY17" fmla="*/ 179822 h 2388302"/>
                <a:gd name="connsiteX18" fmla="*/ 353622 w 1131793"/>
                <a:gd name="connsiteY18" fmla="*/ 147697 h 2388302"/>
                <a:gd name="connsiteX19" fmla="*/ 350096 w 1131793"/>
                <a:gd name="connsiteY19" fmla="*/ 146130 h 2388302"/>
                <a:gd name="connsiteX20" fmla="*/ 338735 w 1131793"/>
                <a:gd name="connsiteY20" fmla="*/ 139469 h 2388302"/>
                <a:gd name="connsiteX21" fmla="*/ 187120 w 1131793"/>
                <a:gd name="connsiteY21" fmla="*/ 64250 h 2388302"/>
                <a:gd name="connsiteX22" fmla="*/ 131097 w 1131793"/>
                <a:gd name="connsiteY22" fmla="*/ 36435 h 2388302"/>
                <a:gd name="connsiteX23" fmla="*/ 116602 w 1131793"/>
                <a:gd name="connsiteY23" fmla="*/ 18021 h 2388302"/>
                <a:gd name="connsiteX24" fmla="*/ 108767 w 1131793"/>
                <a:gd name="connsiteY24" fmla="*/ 0 h 2388302"/>
                <a:gd name="connsiteX25" fmla="*/ 87611 w 1131793"/>
                <a:gd name="connsiteY25" fmla="*/ 24681 h 2388302"/>
                <a:gd name="connsiteX26" fmla="*/ 78600 w 1131793"/>
                <a:gd name="connsiteY26" fmla="*/ 81880 h 2388302"/>
                <a:gd name="connsiteX27" fmla="*/ 78600 w 1131793"/>
                <a:gd name="connsiteY27" fmla="*/ 103035 h 2388302"/>
                <a:gd name="connsiteX28" fmla="*/ 75858 w 1131793"/>
                <a:gd name="connsiteY28" fmla="*/ 121840 h 2388302"/>
                <a:gd name="connsiteX29" fmla="*/ 70765 w 1131793"/>
                <a:gd name="connsiteY29" fmla="*/ 167285 h 2388302"/>
                <a:gd name="connsiteX30" fmla="*/ 112293 w 1131793"/>
                <a:gd name="connsiteY30" fmla="*/ 363561 h 2388302"/>
                <a:gd name="connsiteX31" fmla="*/ 120128 w 1131793"/>
                <a:gd name="connsiteY31" fmla="*/ 408614 h 2388302"/>
                <a:gd name="connsiteX32" fmla="*/ 73508 w 1131793"/>
                <a:gd name="connsiteY32" fmla="*/ 680110 h 2388302"/>
                <a:gd name="connsiteX33" fmla="*/ 25712 w 1131793"/>
                <a:gd name="connsiteY33" fmla="*/ 958265 h 2388302"/>
                <a:gd name="connsiteX34" fmla="*/ 73 w 1131793"/>
                <a:gd name="connsiteY34" fmla="*/ 1282332 h 2388302"/>
                <a:gd name="connsiteX35" fmla="*/ 15787 w 1131793"/>
                <a:gd name="connsiteY35" fmla="*/ 2318072 h 2388302"/>
                <a:gd name="connsiteX36" fmla="*/ 1131793 w 1131793"/>
                <a:gd name="connsiteY36" fmla="*/ 2314905 h 2388302"/>
                <a:gd name="connsiteX37" fmla="*/ 1039216 w 1131793"/>
                <a:gd name="connsiteY37" fmla="*/ 1403313 h 2388302"/>
                <a:gd name="connsiteX38" fmla="*/ 864487 w 1131793"/>
                <a:gd name="connsiteY38" fmla="*/ 763556 h 2388302"/>
                <a:gd name="connsiteX0" fmla="*/ 864487 w 1131793"/>
                <a:gd name="connsiteY0" fmla="*/ 763556 h 2331483"/>
                <a:gd name="connsiteX1" fmla="*/ 752442 w 1131793"/>
                <a:gd name="connsiteY1" fmla="*/ 377665 h 2331483"/>
                <a:gd name="connsiteX2" fmla="*/ 751266 w 1131793"/>
                <a:gd name="connsiteY2" fmla="*/ 364344 h 2331483"/>
                <a:gd name="connsiteX3" fmla="*/ 751266 w 1131793"/>
                <a:gd name="connsiteY3" fmla="*/ 209204 h 2331483"/>
                <a:gd name="connsiteX4" fmla="*/ 752050 w 1131793"/>
                <a:gd name="connsiteY4" fmla="*/ 99117 h 2331483"/>
                <a:gd name="connsiteX5" fmla="*/ 754400 w 1131793"/>
                <a:gd name="connsiteY5" fmla="*/ 63075 h 2331483"/>
                <a:gd name="connsiteX6" fmla="*/ 750091 w 1131793"/>
                <a:gd name="connsiteY6" fmla="*/ 46620 h 2331483"/>
                <a:gd name="connsiteX7" fmla="*/ 716007 w 1131793"/>
                <a:gd name="connsiteY7" fmla="*/ 14104 h 2331483"/>
                <a:gd name="connsiteX8" fmla="*/ 706997 w 1131793"/>
                <a:gd name="connsiteY8" fmla="*/ 24290 h 2331483"/>
                <a:gd name="connsiteX9" fmla="*/ 701512 w 1131793"/>
                <a:gd name="connsiteY9" fmla="*/ 50930 h 2331483"/>
                <a:gd name="connsiteX10" fmla="*/ 666253 w 1131793"/>
                <a:gd name="connsiteY10" fmla="*/ 101860 h 2331483"/>
                <a:gd name="connsiteX11" fmla="*/ 532660 w 1131793"/>
                <a:gd name="connsiteY11" fmla="*/ 184523 h 2331483"/>
                <a:gd name="connsiteX12" fmla="*/ 523649 w 1131793"/>
                <a:gd name="connsiteY12" fmla="*/ 191183 h 2331483"/>
                <a:gd name="connsiteX13" fmla="*/ 504452 w 1131793"/>
                <a:gd name="connsiteY13" fmla="*/ 205678 h 2331483"/>
                <a:gd name="connsiteX14" fmla="*/ 470369 w 1131793"/>
                <a:gd name="connsiteY14" fmla="*/ 208812 h 2331483"/>
                <a:gd name="connsiteX15" fmla="*/ 464884 w 1131793"/>
                <a:gd name="connsiteY15" fmla="*/ 202152 h 2331483"/>
                <a:gd name="connsiteX16" fmla="*/ 437068 w 1131793"/>
                <a:gd name="connsiteY16" fmla="*/ 189224 h 2331483"/>
                <a:gd name="connsiteX17" fmla="*/ 416696 w 1131793"/>
                <a:gd name="connsiteY17" fmla="*/ 179822 h 2331483"/>
                <a:gd name="connsiteX18" fmla="*/ 353622 w 1131793"/>
                <a:gd name="connsiteY18" fmla="*/ 147697 h 2331483"/>
                <a:gd name="connsiteX19" fmla="*/ 350096 w 1131793"/>
                <a:gd name="connsiteY19" fmla="*/ 146130 h 2331483"/>
                <a:gd name="connsiteX20" fmla="*/ 338735 w 1131793"/>
                <a:gd name="connsiteY20" fmla="*/ 139469 h 2331483"/>
                <a:gd name="connsiteX21" fmla="*/ 187120 w 1131793"/>
                <a:gd name="connsiteY21" fmla="*/ 64250 h 2331483"/>
                <a:gd name="connsiteX22" fmla="*/ 131097 w 1131793"/>
                <a:gd name="connsiteY22" fmla="*/ 36435 h 2331483"/>
                <a:gd name="connsiteX23" fmla="*/ 116602 w 1131793"/>
                <a:gd name="connsiteY23" fmla="*/ 18021 h 2331483"/>
                <a:gd name="connsiteX24" fmla="*/ 108767 w 1131793"/>
                <a:gd name="connsiteY24" fmla="*/ 0 h 2331483"/>
                <a:gd name="connsiteX25" fmla="*/ 87611 w 1131793"/>
                <a:gd name="connsiteY25" fmla="*/ 24681 h 2331483"/>
                <a:gd name="connsiteX26" fmla="*/ 78600 w 1131793"/>
                <a:gd name="connsiteY26" fmla="*/ 81880 h 2331483"/>
                <a:gd name="connsiteX27" fmla="*/ 78600 w 1131793"/>
                <a:gd name="connsiteY27" fmla="*/ 103035 h 2331483"/>
                <a:gd name="connsiteX28" fmla="*/ 75858 w 1131793"/>
                <a:gd name="connsiteY28" fmla="*/ 121840 h 2331483"/>
                <a:gd name="connsiteX29" fmla="*/ 70765 w 1131793"/>
                <a:gd name="connsiteY29" fmla="*/ 167285 h 2331483"/>
                <a:gd name="connsiteX30" fmla="*/ 112293 w 1131793"/>
                <a:gd name="connsiteY30" fmla="*/ 363561 h 2331483"/>
                <a:gd name="connsiteX31" fmla="*/ 120128 w 1131793"/>
                <a:gd name="connsiteY31" fmla="*/ 408614 h 2331483"/>
                <a:gd name="connsiteX32" fmla="*/ 73508 w 1131793"/>
                <a:gd name="connsiteY32" fmla="*/ 680110 h 2331483"/>
                <a:gd name="connsiteX33" fmla="*/ 25712 w 1131793"/>
                <a:gd name="connsiteY33" fmla="*/ 958265 h 2331483"/>
                <a:gd name="connsiteX34" fmla="*/ 73 w 1131793"/>
                <a:gd name="connsiteY34" fmla="*/ 1282332 h 2331483"/>
                <a:gd name="connsiteX35" fmla="*/ 15787 w 1131793"/>
                <a:gd name="connsiteY35" fmla="*/ 2318072 h 2331483"/>
                <a:gd name="connsiteX36" fmla="*/ 1131793 w 1131793"/>
                <a:gd name="connsiteY36" fmla="*/ 2314905 h 2331483"/>
                <a:gd name="connsiteX37" fmla="*/ 1039216 w 1131793"/>
                <a:gd name="connsiteY37" fmla="*/ 1403313 h 2331483"/>
                <a:gd name="connsiteX38" fmla="*/ 864487 w 1131793"/>
                <a:gd name="connsiteY38" fmla="*/ 763556 h 2331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31793" h="2331483">
                  <a:moveTo>
                    <a:pt x="864487" y="763556"/>
                  </a:moveTo>
                  <a:cubicBezTo>
                    <a:pt x="828836" y="634664"/>
                    <a:pt x="795144" y="504597"/>
                    <a:pt x="752442" y="377665"/>
                  </a:cubicBezTo>
                  <a:cubicBezTo>
                    <a:pt x="750875" y="372963"/>
                    <a:pt x="751266" y="368654"/>
                    <a:pt x="751266" y="364344"/>
                  </a:cubicBezTo>
                  <a:lnTo>
                    <a:pt x="751266" y="209204"/>
                  </a:lnTo>
                  <a:cubicBezTo>
                    <a:pt x="751266" y="172378"/>
                    <a:pt x="751658" y="135944"/>
                    <a:pt x="752050" y="99117"/>
                  </a:cubicBezTo>
                  <a:cubicBezTo>
                    <a:pt x="757143" y="87364"/>
                    <a:pt x="754009" y="75220"/>
                    <a:pt x="754400" y="63075"/>
                  </a:cubicBezTo>
                  <a:cubicBezTo>
                    <a:pt x="754792" y="57198"/>
                    <a:pt x="754009" y="50930"/>
                    <a:pt x="750091" y="46620"/>
                  </a:cubicBezTo>
                  <a:cubicBezTo>
                    <a:pt x="739513" y="35259"/>
                    <a:pt x="729327" y="22723"/>
                    <a:pt x="716007" y="14104"/>
                  </a:cubicBezTo>
                  <a:cubicBezTo>
                    <a:pt x="709347" y="14104"/>
                    <a:pt x="707780" y="18805"/>
                    <a:pt x="706997" y="24290"/>
                  </a:cubicBezTo>
                  <a:cubicBezTo>
                    <a:pt x="706213" y="33300"/>
                    <a:pt x="702687" y="41919"/>
                    <a:pt x="701512" y="50930"/>
                  </a:cubicBezTo>
                  <a:cubicBezTo>
                    <a:pt x="698769" y="74044"/>
                    <a:pt x="690542" y="93633"/>
                    <a:pt x="666253" y="101860"/>
                  </a:cubicBezTo>
                  <a:lnTo>
                    <a:pt x="532660" y="184523"/>
                  </a:lnTo>
                  <a:cubicBezTo>
                    <a:pt x="529917" y="186873"/>
                    <a:pt x="526783" y="189224"/>
                    <a:pt x="523649" y="191183"/>
                  </a:cubicBezTo>
                  <a:cubicBezTo>
                    <a:pt x="518164" y="197059"/>
                    <a:pt x="508370" y="198235"/>
                    <a:pt x="504452" y="205678"/>
                  </a:cubicBezTo>
                  <a:cubicBezTo>
                    <a:pt x="493483" y="210771"/>
                    <a:pt x="482122" y="209596"/>
                    <a:pt x="470369" y="208812"/>
                  </a:cubicBezTo>
                  <a:cubicBezTo>
                    <a:pt x="472327" y="204895"/>
                    <a:pt x="467626" y="203328"/>
                    <a:pt x="464884" y="202152"/>
                  </a:cubicBezTo>
                  <a:cubicBezTo>
                    <a:pt x="455481" y="198235"/>
                    <a:pt x="446862" y="192750"/>
                    <a:pt x="437068" y="189224"/>
                  </a:cubicBezTo>
                  <a:cubicBezTo>
                    <a:pt x="429625" y="187265"/>
                    <a:pt x="422181" y="186090"/>
                    <a:pt x="416696" y="179822"/>
                  </a:cubicBezTo>
                  <a:cubicBezTo>
                    <a:pt x="396324" y="167677"/>
                    <a:pt x="374385" y="158666"/>
                    <a:pt x="353622" y="147697"/>
                  </a:cubicBezTo>
                  <a:cubicBezTo>
                    <a:pt x="352446" y="146913"/>
                    <a:pt x="351271" y="146521"/>
                    <a:pt x="350096" y="146130"/>
                  </a:cubicBezTo>
                  <a:cubicBezTo>
                    <a:pt x="346178" y="144563"/>
                    <a:pt x="342260" y="142212"/>
                    <a:pt x="338735" y="139469"/>
                  </a:cubicBezTo>
                  <a:lnTo>
                    <a:pt x="187120" y="64250"/>
                  </a:lnTo>
                  <a:cubicBezTo>
                    <a:pt x="167924" y="55631"/>
                    <a:pt x="150294" y="45053"/>
                    <a:pt x="131097" y="36435"/>
                  </a:cubicBezTo>
                  <a:cubicBezTo>
                    <a:pt x="122870" y="32517"/>
                    <a:pt x="118953" y="26640"/>
                    <a:pt x="116602" y="18021"/>
                  </a:cubicBezTo>
                  <a:cubicBezTo>
                    <a:pt x="115035" y="11753"/>
                    <a:pt x="115818" y="4309"/>
                    <a:pt x="108767" y="0"/>
                  </a:cubicBezTo>
                  <a:cubicBezTo>
                    <a:pt x="95838" y="3134"/>
                    <a:pt x="89570" y="12145"/>
                    <a:pt x="87611" y="24681"/>
                  </a:cubicBezTo>
                  <a:cubicBezTo>
                    <a:pt x="84477" y="43878"/>
                    <a:pt x="80951" y="62683"/>
                    <a:pt x="78600" y="81880"/>
                  </a:cubicBezTo>
                  <a:cubicBezTo>
                    <a:pt x="77817" y="88931"/>
                    <a:pt x="76642" y="95983"/>
                    <a:pt x="78600" y="103035"/>
                  </a:cubicBezTo>
                  <a:cubicBezTo>
                    <a:pt x="77817" y="109303"/>
                    <a:pt x="76250" y="115572"/>
                    <a:pt x="75858" y="121840"/>
                  </a:cubicBezTo>
                  <a:cubicBezTo>
                    <a:pt x="75075" y="137119"/>
                    <a:pt x="67631" y="152006"/>
                    <a:pt x="70765" y="167285"/>
                  </a:cubicBezTo>
                  <a:cubicBezTo>
                    <a:pt x="84477" y="232710"/>
                    <a:pt x="98972" y="298136"/>
                    <a:pt x="112293" y="363561"/>
                  </a:cubicBezTo>
                  <a:cubicBezTo>
                    <a:pt x="115427" y="378448"/>
                    <a:pt x="122479" y="393727"/>
                    <a:pt x="120128" y="408614"/>
                  </a:cubicBezTo>
                  <a:cubicBezTo>
                    <a:pt x="105241" y="499113"/>
                    <a:pt x="89178" y="589611"/>
                    <a:pt x="73508" y="680110"/>
                  </a:cubicBezTo>
                  <a:cubicBezTo>
                    <a:pt x="57445" y="772958"/>
                    <a:pt x="41774" y="865416"/>
                    <a:pt x="25712" y="958265"/>
                  </a:cubicBezTo>
                  <a:cubicBezTo>
                    <a:pt x="9649" y="1050330"/>
                    <a:pt x="1660" y="1055698"/>
                    <a:pt x="73" y="1282332"/>
                  </a:cubicBezTo>
                  <a:cubicBezTo>
                    <a:pt x="-1581" y="1518462"/>
                    <a:pt x="25190" y="2262050"/>
                    <a:pt x="15787" y="2318072"/>
                  </a:cubicBezTo>
                  <a:cubicBezTo>
                    <a:pt x="155873" y="2338235"/>
                    <a:pt x="910578" y="2334424"/>
                    <a:pt x="1131793" y="2314905"/>
                  </a:cubicBezTo>
                  <a:lnTo>
                    <a:pt x="1039216" y="1403313"/>
                  </a:lnTo>
                  <a:cubicBezTo>
                    <a:pt x="981626" y="1190583"/>
                    <a:pt x="923644" y="977070"/>
                    <a:pt x="864487" y="763556"/>
                  </a:cubicBezTo>
                  <a:close/>
                </a:path>
              </a:pathLst>
            </a:custGeom>
            <a:solidFill>
              <a:srgbClr val="FEFEFE"/>
            </a:solidFill>
            <a:ln w="3910" cap="flat">
              <a:noFill/>
              <a:prstDash val="solid"/>
              <a:miter/>
            </a:ln>
          </p:spPr>
          <p:txBody>
            <a:bodyPr rtlCol="0" anchor="ctr"/>
            <a:lstStyle/>
            <a:p>
              <a:endParaRPr lang="en-US"/>
            </a:p>
          </p:txBody>
        </p:sp>
        <p:sp>
          <p:nvSpPr>
            <p:cNvPr id="20" name="Freeform: Shape 92">
              <a:extLst>
                <a:ext uri="{FF2B5EF4-FFF2-40B4-BE49-F238E27FC236}">
                  <a16:creationId xmlns="" xmlns:a16="http://schemas.microsoft.com/office/drawing/2014/main" id="{D403A344-08FE-428F-82CF-A85ADD6683AE}"/>
                </a:ext>
              </a:extLst>
            </p:cNvPr>
            <p:cNvSpPr/>
            <p:nvPr/>
          </p:nvSpPr>
          <p:spPr>
            <a:xfrm>
              <a:off x="4241065" y="3825115"/>
              <a:ext cx="632218" cy="2920723"/>
            </a:xfrm>
            <a:custGeom>
              <a:avLst/>
              <a:gdLst>
                <a:gd name="connsiteX0" fmla="*/ 63719 w 368261"/>
                <a:gd name="connsiteY0" fmla="*/ 1189117 h 1190974"/>
                <a:gd name="connsiteX1" fmla="*/ 49615 w 368261"/>
                <a:gd name="connsiteY1" fmla="*/ 373064 h 1190974"/>
                <a:gd name="connsiteX2" fmla="*/ 55883 w 368261"/>
                <a:gd name="connsiteY2" fmla="*/ 340155 h 1190974"/>
                <a:gd name="connsiteX3" fmla="*/ 103287 w 368261"/>
                <a:gd name="connsiteY3" fmla="*/ 224975 h 1190974"/>
                <a:gd name="connsiteX4" fmla="*/ 1819 w 368261"/>
                <a:gd name="connsiteY4" fmla="*/ 97651 h 1190974"/>
                <a:gd name="connsiteX5" fmla="*/ 116999 w 368261"/>
                <a:gd name="connsiteY5" fmla="*/ 6369 h 1190974"/>
                <a:gd name="connsiteX6" fmla="*/ 151475 w 368261"/>
                <a:gd name="connsiteY6" fmla="*/ 2843 h 1190974"/>
                <a:gd name="connsiteX7" fmla="*/ 308574 w 368261"/>
                <a:gd name="connsiteY7" fmla="*/ 104311 h 1190974"/>
                <a:gd name="connsiteX8" fmla="*/ 229045 w 368261"/>
                <a:gd name="connsiteY8" fmla="*/ 224584 h 1190974"/>
                <a:gd name="connsiteX9" fmla="*/ 282717 w 368261"/>
                <a:gd name="connsiteY9" fmla="*/ 331536 h 1190974"/>
                <a:gd name="connsiteX10" fmla="*/ 298780 w 368261"/>
                <a:gd name="connsiteY10" fmla="*/ 378940 h 1190974"/>
                <a:gd name="connsiteX11" fmla="*/ 372040 w 368261"/>
                <a:gd name="connsiteY11" fmla="*/ 1190684 h 1190974"/>
                <a:gd name="connsiteX12" fmla="*/ 63719 w 368261"/>
                <a:gd name="connsiteY12" fmla="*/ 1189117 h 1190974"/>
                <a:gd name="connsiteX0" fmla="*/ 98537 w 372040"/>
                <a:gd name="connsiteY0" fmla="*/ 2129196 h 2129213"/>
                <a:gd name="connsiteX1" fmla="*/ 49615 w 372040"/>
                <a:gd name="connsiteY1" fmla="*/ 373064 h 2129213"/>
                <a:gd name="connsiteX2" fmla="*/ 55883 w 372040"/>
                <a:gd name="connsiteY2" fmla="*/ 340155 h 2129213"/>
                <a:gd name="connsiteX3" fmla="*/ 103287 w 372040"/>
                <a:gd name="connsiteY3" fmla="*/ 224975 h 2129213"/>
                <a:gd name="connsiteX4" fmla="*/ 1819 w 372040"/>
                <a:gd name="connsiteY4" fmla="*/ 97651 h 2129213"/>
                <a:gd name="connsiteX5" fmla="*/ 116999 w 372040"/>
                <a:gd name="connsiteY5" fmla="*/ 6369 h 2129213"/>
                <a:gd name="connsiteX6" fmla="*/ 151475 w 372040"/>
                <a:gd name="connsiteY6" fmla="*/ 2843 h 2129213"/>
                <a:gd name="connsiteX7" fmla="*/ 308574 w 372040"/>
                <a:gd name="connsiteY7" fmla="*/ 104311 h 2129213"/>
                <a:gd name="connsiteX8" fmla="*/ 229045 w 372040"/>
                <a:gd name="connsiteY8" fmla="*/ 224584 h 2129213"/>
                <a:gd name="connsiteX9" fmla="*/ 282717 w 372040"/>
                <a:gd name="connsiteY9" fmla="*/ 331536 h 2129213"/>
                <a:gd name="connsiteX10" fmla="*/ 298780 w 372040"/>
                <a:gd name="connsiteY10" fmla="*/ 378940 h 2129213"/>
                <a:gd name="connsiteX11" fmla="*/ 372040 w 372040"/>
                <a:gd name="connsiteY11" fmla="*/ 1190684 h 2129213"/>
                <a:gd name="connsiteX12" fmla="*/ 98537 w 372040"/>
                <a:gd name="connsiteY12" fmla="*/ 2129196 h 2129213"/>
                <a:gd name="connsiteX0" fmla="*/ 98537 w 460667"/>
                <a:gd name="connsiteY0" fmla="*/ 2129196 h 2130772"/>
                <a:gd name="connsiteX1" fmla="*/ 49615 w 460667"/>
                <a:gd name="connsiteY1" fmla="*/ 373064 h 2130772"/>
                <a:gd name="connsiteX2" fmla="*/ 55883 w 460667"/>
                <a:gd name="connsiteY2" fmla="*/ 340155 h 2130772"/>
                <a:gd name="connsiteX3" fmla="*/ 103287 w 460667"/>
                <a:gd name="connsiteY3" fmla="*/ 224975 h 2130772"/>
                <a:gd name="connsiteX4" fmla="*/ 1819 w 460667"/>
                <a:gd name="connsiteY4" fmla="*/ 97651 h 2130772"/>
                <a:gd name="connsiteX5" fmla="*/ 116999 w 460667"/>
                <a:gd name="connsiteY5" fmla="*/ 6369 h 2130772"/>
                <a:gd name="connsiteX6" fmla="*/ 151475 w 460667"/>
                <a:gd name="connsiteY6" fmla="*/ 2843 h 2130772"/>
                <a:gd name="connsiteX7" fmla="*/ 308574 w 460667"/>
                <a:gd name="connsiteY7" fmla="*/ 104311 h 2130772"/>
                <a:gd name="connsiteX8" fmla="*/ 229045 w 460667"/>
                <a:gd name="connsiteY8" fmla="*/ 224584 h 2130772"/>
                <a:gd name="connsiteX9" fmla="*/ 282717 w 460667"/>
                <a:gd name="connsiteY9" fmla="*/ 331536 h 2130772"/>
                <a:gd name="connsiteX10" fmla="*/ 298780 w 460667"/>
                <a:gd name="connsiteY10" fmla="*/ 378940 h 2130772"/>
                <a:gd name="connsiteX11" fmla="*/ 460667 w 460667"/>
                <a:gd name="connsiteY11" fmla="*/ 2121268 h 2130772"/>
                <a:gd name="connsiteX12" fmla="*/ 98537 w 460667"/>
                <a:gd name="connsiteY12" fmla="*/ 2129196 h 2130772"/>
                <a:gd name="connsiteX0" fmla="*/ 95371 w 460667"/>
                <a:gd name="connsiteY0" fmla="*/ 2126030 h 2128193"/>
                <a:gd name="connsiteX1" fmla="*/ 49615 w 460667"/>
                <a:gd name="connsiteY1" fmla="*/ 373064 h 2128193"/>
                <a:gd name="connsiteX2" fmla="*/ 55883 w 460667"/>
                <a:gd name="connsiteY2" fmla="*/ 340155 h 2128193"/>
                <a:gd name="connsiteX3" fmla="*/ 103287 w 460667"/>
                <a:gd name="connsiteY3" fmla="*/ 224975 h 2128193"/>
                <a:gd name="connsiteX4" fmla="*/ 1819 w 460667"/>
                <a:gd name="connsiteY4" fmla="*/ 97651 h 2128193"/>
                <a:gd name="connsiteX5" fmla="*/ 116999 w 460667"/>
                <a:gd name="connsiteY5" fmla="*/ 6369 h 2128193"/>
                <a:gd name="connsiteX6" fmla="*/ 151475 w 460667"/>
                <a:gd name="connsiteY6" fmla="*/ 2843 h 2128193"/>
                <a:gd name="connsiteX7" fmla="*/ 308574 w 460667"/>
                <a:gd name="connsiteY7" fmla="*/ 104311 h 2128193"/>
                <a:gd name="connsiteX8" fmla="*/ 229045 w 460667"/>
                <a:gd name="connsiteY8" fmla="*/ 224584 h 2128193"/>
                <a:gd name="connsiteX9" fmla="*/ 282717 w 460667"/>
                <a:gd name="connsiteY9" fmla="*/ 331536 h 2128193"/>
                <a:gd name="connsiteX10" fmla="*/ 298780 w 460667"/>
                <a:gd name="connsiteY10" fmla="*/ 378940 h 2128193"/>
                <a:gd name="connsiteX11" fmla="*/ 460667 w 460667"/>
                <a:gd name="connsiteY11" fmla="*/ 2121268 h 2128193"/>
                <a:gd name="connsiteX12" fmla="*/ 95371 w 460667"/>
                <a:gd name="connsiteY12" fmla="*/ 2126030 h 2128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0667" h="2128193">
                  <a:moveTo>
                    <a:pt x="95371" y="2126030"/>
                  </a:moveTo>
                  <a:cubicBezTo>
                    <a:pt x="88711" y="2069223"/>
                    <a:pt x="54708" y="601073"/>
                    <a:pt x="49615" y="373064"/>
                  </a:cubicBezTo>
                  <a:cubicBezTo>
                    <a:pt x="49223" y="361702"/>
                    <a:pt x="51182" y="350733"/>
                    <a:pt x="55883" y="340155"/>
                  </a:cubicBezTo>
                  <a:cubicBezTo>
                    <a:pt x="71946" y="301762"/>
                    <a:pt x="87225" y="263369"/>
                    <a:pt x="103287" y="224975"/>
                  </a:cubicBezTo>
                  <a:cubicBezTo>
                    <a:pt x="122092" y="180705"/>
                    <a:pt x="-17377" y="132126"/>
                    <a:pt x="1819" y="97651"/>
                  </a:cubicBezTo>
                  <a:cubicBezTo>
                    <a:pt x="21800" y="62000"/>
                    <a:pt x="71162" y="3235"/>
                    <a:pt x="116999" y="6369"/>
                  </a:cubicBezTo>
                  <a:cubicBezTo>
                    <a:pt x="128752" y="7152"/>
                    <a:pt x="140505" y="8327"/>
                    <a:pt x="151475" y="2843"/>
                  </a:cubicBezTo>
                  <a:cubicBezTo>
                    <a:pt x="187909" y="-15179"/>
                    <a:pt x="343049" y="56515"/>
                    <a:pt x="308574" y="104311"/>
                  </a:cubicBezTo>
                  <a:cubicBezTo>
                    <a:pt x="285459" y="136436"/>
                    <a:pt x="231787" y="184231"/>
                    <a:pt x="229045" y="224584"/>
                  </a:cubicBezTo>
                  <a:cubicBezTo>
                    <a:pt x="226694" y="259059"/>
                    <a:pt x="263520" y="305680"/>
                    <a:pt x="282717" y="331536"/>
                  </a:cubicBezTo>
                  <a:cubicBezTo>
                    <a:pt x="299171" y="354259"/>
                    <a:pt x="292119" y="344073"/>
                    <a:pt x="298780" y="378940"/>
                  </a:cubicBezTo>
                  <a:cubicBezTo>
                    <a:pt x="312491" y="451025"/>
                    <a:pt x="456358" y="2069946"/>
                    <a:pt x="460667" y="2121268"/>
                  </a:cubicBezTo>
                  <a:cubicBezTo>
                    <a:pt x="400335" y="2127144"/>
                    <a:pt x="172941" y="2130731"/>
                    <a:pt x="95371" y="2126030"/>
                  </a:cubicBezTo>
                  <a:close/>
                </a:path>
              </a:pathLst>
            </a:custGeom>
            <a:solidFill>
              <a:srgbClr val="000000"/>
            </a:solidFill>
            <a:ln w="3910" cap="flat">
              <a:noFill/>
              <a:prstDash val="solid"/>
              <a:miter/>
            </a:ln>
          </p:spPr>
          <p:txBody>
            <a:bodyPr rtlCol="0" anchor="ctr"/>
            <a:lstStyle/>
            <a:p>
              <a:endParaRPr lang="en-US"/>
            </a:p>
          </p:txBody>
        </p:sp>
        <p:sp>
          <p:nvSpPr>
            <p:cNvPr id="21" name="Freeform: Shape 94">
              <a:extLst>
                <a:ext uri="{FF2B5EF4-FFF2-40B4-BE49-F238E27FC236}">
                  <a16:creationId xmlns="" xmlns:a16="http://schemas.microsoft.com/office/drawing/2014/main" id="{F95C453D-3409-4FEA-ACAE-71FD7EA3884F}"/>
                </a:ext>
              </a:extLst>
            </p:cNvPr>
            <p:cNvSpPr/>
            <p:nvPr/>
          </p:nvSpPr>
          <p:spPr>
            <a:xfrm>
              <a:off x="4024378" y="1657523"/>
              <a:ext cx="840192" cy="270062"/>
            </a:xfrm>
            <a:custGeom>
              <a:avLst/>
              <a:gdLst>
                <a:gd name="connsiteX0" fmla="*/ 1230630 w 1333500"/>
                <a:gd name="connsiteY0" fmla="*/ 276508 h 428625"/>
                <a:gd name="connsiteX1" fmla="*/ 1150620 w 1333500"/>
                <a:gd name="connsiteY1" fmla="*/ 206975 h 428625"/>
                <a:gd name="connsiteX2" fmla="*/ 982028 w 1333500"/>
                <a:gd name="connsiteY2" fmla="*/ 91723 h 428625"/>
                <a:gd name="connsiteX3" fmla="*/ 752475 w 1333500"/>
                <a:gd name="connsiteY3" fmla="*/ 283 h 428625"/>
                <a:gd name="connsiteX4" fmla="*/ 647700 w 1333500"/>
                <a:gd name="connsiteY4" fmla="*/ 26000 h 428625"/>
                <a:gd name="connsiteX5" fmla="*/ 603885 w 1333500"/>
                <a:gd name="connsiteY5" fmla="*/ 46955 h 428625"/>
                <a:gd name="connsiteX6" fmla="*/ 436245 w 1333500"/>
                <a:gd name="connsiteY6" fmla="*/ 119345 h 428625"/>
                <a:gd name="connsiteX7" fmla="*/ 383858 w 1333500"/>
                <a:gd name="connsiteY7" fmla="*/ 133633 h 428625"/>
                <a:gd name="connsiteX8" fmla="*/ 304800 w 1333500"/>
                <a:gd name="connsiteY8" fmla="*/ 155540 h 428625"/>
                <a:gd name="connsiteX9" fmla="*/ 251460 w 1333500"/>
                <a:gd name="connsiteY9" fmla="*/ 172685 h 428625"/>
                <a:gd name="connsiteX10" fmla="*/ 131445 w 1333500"/>
                <a:gd name="connsiteY10" fmla="*/ 224120 h 428625"/>
                <a:gd name="connsiteX11" fmla="*/ 25718 w 1333500"/>
                <a:gd name="connsiteY11" fmla="*/ 301273 h 428625"/>
                <a:gd name="connsiteX12" fmla="*/ 0 w 1333500"/>
                <a:gd name="connsiteY12" fmla="*/ 328895 h 428625"/>
                <a:gd name="connsiteX13" fmla="*/ 24765 w 1333500"/>
                <a:gd name="connsiteY13" fmla="*/ 321275 h 428625"/>
                <a:gd name="connsiteX14" fmla="*/ 68580 w 1333500"/>
                <a:gd name="connsiteY14" fmla="*/ 309845 h 428625"/>
                <a:gd name="connsiteX15" fmla="*/ 93345 w 1333500"/>
                <a:gd name="connsiteY15" fmla="*/ 303178 h 428625"/>
                <a:gd name="connsiteX16" fmla="*/ 229553 w 1333500"/>
                <a:gd name="connsiteY16" fmla="*/ 291748 h 428625"/>
                <a:gd name="connsiteX17" fmla="*/ 270510 w 1333500"/>
                <a:gd name="connsiteY17" fmla="*/ 315560 h 428625"/>
                <a:gd name="connsiteX18" fmla="*/ 280988 w 1333500"/>
                <a:gd name="connsiteY18" fmla="*/ 329848 h 428625"/>
                <a:gd name="connsiteX19" fmla="*/ 285750 w 1333500"/>
                <a:gd name="connsiteY19" fmla="*/ 338420 h 428625"/>
                <a:gd name="connsiteX20" fmla="*/ 301943 w 1333500"/>
                <a:gd name="connsiteY20" fmla="*/ 356518 h 428625"/>
                <a:gd name="connsiteX21" fmla="*/ 322898 w 1333500"/>
                <a:gd name="connsiteY21" fmla="*/ 365090 h 428625"/>
                <a:gd name="connsiteX22" fmla="*/ 367665 w 1333500"/>
                <a:gd name="connsiteY22" fmla="*/ 359375 h 428625"/>
                <a:gd name="connsiteX23" fmla="*/ 371475 w 1333500"/>
                <a:gd name="connsiteY23" fmla="*/ 357470 h 428625"/>
                <a:gd name="connsiteX24" fmla="*/ 389573 w 1333500"/>
                <a:gd name="connsiteY24" fmla="*/ 356518 h 428625"/>
                <a:gd name="connsiteX25" fmla="*/ 397193 w 1333500"/>
                <a:gd name="connsiteY25" fmla="*/ 357470 h 428625"/>
                <a:gd name="connsiteX26" fmla="*/ 426720 w 1333500"/>
                <a:gd name="connsiteY26" fmla="*/ 352708 h 428625"/>
                <a:gd name="connsiteX27" fmla="*/ 456248 w 1333500"/>
                <a:gd name="connsiteY27" fmla="*/ 348898 h 428625"/>
                <a:gd name="connsiteX28" fmla="*/ 541973 w 1333500"/>
                <a:gd name="connsiteY28" fmla="*/ 350803 h 428625"/>
                <a:gd name="connsiteX29" fmla="*/ 674370 w 1333500"/>
                <a:gd name="connsiteY29" fmla="*/ 409858 h 428625"/>
                <a:gd name="connsiteX30" fmla="*/ 674370 w 1333500"/>
                <a:gd name="connsiteY30" fmla="*/ 416525 h 428625"/>
                <a:gd name="connsiteX31" fmla="*/ 701993 w 1333500"/>
                <a:gd name="connsiteY31" fmla="*/ 436528 h 428625"/>
                <a:gd name="connsiteX32" fmla="*/ 1025843 w 1333500"/>
                <a:gd name="connsiteY32" fmla="*/ 414620 h 428625"/>
                <a:gd name="connsiteX33" fmla="*/ 1026795 w 1333500"/>
                <a:gd name="connsiteY33" fmla="*/ 413668 h 428625"/>
                <a:gd name="connsiteX34" fmla="*/ 1044893 w 1333500"/>
                <a:gd name="connsiteY34" fmla="*/ 415573 h 428625"/>
                <a:gd name="connsiteX35" fmla="*/ 1095375 w 1333500"/>
                <a:gd name="connsiteY35" fmla="*/ 413668 h 428625"/>
                <a:gd name="connsiteX36" fmla="*/ 1098233 w 1333500"/>
                <a:gd name="connsiteY36" fmla="*/ 411763 h 428625"/>
                <a:gd name="connsiteX37" fmla="*/ 1220153 w 1333500"/>
                <a:gd name="connsiteY37" fmla="*/ 406048 h 428625"/>
                <a:gd name="connsiteX38" fmla="*/ 1234440 w 1333500"/>
                <a:gd name="connsiteY38" fmla="*/ 406048 h 428625"/>
                <a:gd name="connsiteX39" fmla="*/ 1300163 w 1333500"/>
                <a:gd name="connsiteY39" fmla="*/ 407000 h 428625"/>
                <a:gd name="connsiteX40" fmla="*/ 1338263 w 1333500"/>
                <a:gd name="connsiteY40" fmla="*/ 389855 h 428625"/>
                <a:gd name="connsiteX41" fmla="*/ 1230630 w 1333500"/>
                <a:gd name="connsiteY41" fmla="*/ 276508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333500" h="428625">
                  <a:moveTo>
                    <a:pt x="1230630" y="276508"/>
                  </a:moveTo>
                  <a:cubicBezTo>
                    <a:pt x="1210628" y="252695"/>
                    <a:pt x="1152525" y="212690"/>
                    <a:pt x="1150620" y="206975"/>
                  </a:cubicBezTo>
                  <a:cubicBezTo>
                    <a:pt x="1094423" y="168875"/>
                    <a:pt x="1039178" y="128870"/>
                    <a:pt x="982028" y="91723"/>
                  </a:cubicBezTo>
                  <a:cubicBezTo>
                    <a:pt x="927735" y="56480"/>
                    <a:pt x="766763" y="283"/>
                    <a:pt x="752475" y="283"/>
                  </a:cubicBezTo>
                  <a:cubicBezTo>
                    <a:pt x="714375" y="-1622"/>
                    <a:pt x="680085" y="5998"/>
                    <a:pt x="647700" y="26000"/>
                  </a:cubicBezTo>
                  <a:cubicBezTo>
                    <a:pt x="636270" y="34573"/>
                    <a:pt x="609600" y="43145"/>
                    <a:pt x="603885" y="46955"/>
                  </a:cubicBezTo>
                  <a:cubicBezTo>
                    <a:pt x="550545" y="76483"/>
                    <a:pt x="498158" y="107915"/>
                    <a:pt x="436245" y="119345"/>
                  </a:cubicBezTo>
                  <a:cubicBezTo>
                    <a:pt x="436245" y="119345"/>
                    <a:pt x="392430" y="128870"/>
                    <a:pt x="383858" y="133633"/>
                  </a:cubicBezTo>
                  <a:cubicBezTo>
                    <a:pt x="374333" y="140300"/>
                    <a:pt x="315278" y="150778"/>
                    <a:pt x="304800" y="155540"/>
                  </a:cubicBezTo>
                  <a:cubicBezTo>
                    <a:pt x="292418" y="162208"/>
                    <a:pt x="257175" y="171733"/>
                    <a:pt x="251460" y="172685"/>
                  </a:cubicBezTo>
                  <a:cubicBezTo>
                    <a:pt x="239078" y="175543"/>
                    <a:pt x="153353" y="200308"/>
                    <a:pt x="131445" y="224120"/>
                  </a:cubicBezTo>
                  <a:cubicBezTo>
                    <a:pt x="110490" y="241265"/>
                    <a:pt x="56198" y="268888"/>
                    <a:pt x="25718" y="301273"/>
                  </a:cubicBezTo>
                  <a:cubicBezTo>
                    <a:pt x="19050" y="307940"/>
                    <a:pt x="9525" y="312703"/>
                    <a:pt x="0" y="328895"/>
                  </a:cubicBezTo>
                  <a:cubicBezTo>
                    <a:pt x="6668" y="321275"/>
                    <a:pt x="20955" y="323180"/>
                    <a:pt x="24765" y="321275"/>
                  </a:cubicBezTo>
                  <a:cubicBezTo>
                    <a:pt x="39053" y="317465"/>
                    <a:pt x="53340" y="313655"/>
                    <a:pt x="68580" y="309845"/>
                  </a:cubicBezTo>
                  <a:cubicBezTo>
                    <a:pt x="76200" y="307940"/>
                    <a:pt x="84773" y="306035"/>
                    <a:pt x="93345" y="303178"/>
                  </a:cubicBezTo>
                  <a:cubicBezTo>
                    <a:pt x="143828" y="286985"/>
                    <a:pt x="183833" y="282223"/>
                    <a:pt x="229553" y="291748"/>
                  </a:cubicBezTo>
                  <a:cubicBezTo>
                    <a:pt x="249555" y="295558"/>
                    <a:pt x="260985" y="303178"/>
                    <a:pt x="270510" y="315560"/>
                  </a:cubicBezTo>
                  <a:cubicBezTo>
                    <a:pt x="275273" y="320323"/>
                    <a:pt x="278130" y="323180"/>
                    <a:pt x="280988" y="329848"/>
                  </a:cubicBezTo>
                  <a:cubicBezTo>
                    <a:pt x="281940" y="332705"/>
                    <a:pt x="284798" y="336515"/>
                    <a:pt x="285750" y="338420"/>
                  </a:cubicBezTo>
                  <a:cubicBezTo>
                    <a:pt x="291465" y="345088"/>
                    <a:pt x="296228" y="351755"/>
                    <a:pt x="301943" y="356518"/>
                  </a:cubicBezTo>
                  <a:cubicBezTo>
                    <a:pt x="308610" y="361280"/>
                    <a:pt x="315278" y="364138"/>
                    <a:pt x="322898" y="365090"/>
                  </a:cubicBezTo>
                  <a:cubicBezTo>
                    <a:pt x="333375" y="366043"/>
                    <a:pt x="345758" y="365090"/>
                    <a:pt x="367665" y="359375"/>
                  </a:cubicBezTo>
                  <a:cubicBezTo>
                    <a:pt x="368618" y="359375"/>
                    <a:pt x="371475" y="358423"/>
                    <a:pt x="371475" y="357470"/>
                  </a:cubicBezTo>
                  <a:cubicBezTo>
                    <a:pt x="374333" y="354613"/>
                    <a:pt x="382905" y="353660"/>
                    <a:pt x="389573" y="356518"/>
                  </a:cubicBezTo>
                  <a:cubicBezTo>
                    <a:pt x="392430" y="358423"/>
                    <a:pt x="394335" y="358423"/>
                    <a:pt x="397193" y="357470"/>
                  </a:cubicBezTo>
                  <a:cubicBezTo>
                    <a:pt x="397193" y="357470"/>
                    <a:pt x="421005" y="356518"/>
                    <a:pt x="426720" y="352708"/>
                  </a:cubicBezTo>
                  <a:cubicBezTo>
                    <a:pt x="436245" y="345088"/>
                    <a:pt x="446723" y="347945"/>
                    <a:pt x="456248" y="348898"/>
                  </a:cubicBezTo>
                  <a:cubicBezTo>
                    <a:pt x="484823" y="349850"/>
                    <a:pt x="513398" y="350803"/>
                    <a:pt x="541973" y="350803"/>
                  </a:cubicBezTo>
                  <a:cubicBezTo>
                    <a:pt x="592455" y="355565"/>
                    <a:pt x="640080" y="368900"/>
                    <a:pt x="674370" y="409858"/>
                  </a:cubicBezTo>
                  <a:cubicBezTo>
                    <a:pt x="674370" y="412715"/>
                    <a:pt x="674370" y="414620"/>
                    <a:pt x="674370" y="416525"/>
                  </a:cubicBezTo>
                  <a:cubicBezTo>
                    <a:pt x="674370" y="431765"/>
                    <a:pt x="681990" y="437480"/>
                    <a:pt x="701993" y="436528"/>
                  </a:cubicBezTo>
                  <a:cubicBezTo>
                    <a:pt x="809625" y="427955"/>
                    <a:pt x="918210" y="422240"/>
                    <a:pt x="1025843" y="414620"/>
                  </a:cubicBezTo>
                  <a:cubicBezTo>
                    <a:pt x="1025843" y="414620"/>
                    <a:pt x="1026795" y="413668"/>
                    <a:pt x="1026795" y="413668"/>
                  </a:cubicBezTo>
                  <a:cubicBezTo>
                    <a:pt x="1032510" y="414620"/>
                    <a:pt x="1039178" y="414620"/>
                    <a:pt x="1044893" y="415573"/>
                  </a:cubicBezTo>
                  <a:cubicBezTo>
                    <a:pt x="1062038" y="414620"/>
                    <a:pt x="1078230" y="414620"/>
                    <a:pt x="1095375" y="413668"/>
                  </a:cubicBezTo>
                  <a:cubicBezTo>
                    <a:pt x="1096328" y="413668"/>
                    <a:pt x="1098233" y="412715"/>
                    <a:pt x="1098233" y="411763"/>
                  </a:cubicBezTo>
                  <a:cubicBezTo>
                    <a:pt x="1139190" y="408905"/>
                    <a:pt x="1180148" y="407000"/>
                    <a:pt x="1220153" y="406048"/>
                  </a:cubicBezTo>
                  <a:cubicBezTo>
                    <a:pt x="1224915" y="406048"/>
                    <a:pt x="1229678" y="405095"/>
                    <a:pt x="1234440" y="406048"/>
                  </a:cubicBezTo>
                  <a:cubicBezTo>
                    <a:pt x="1256348" y="406048"/>
                    <a:pt x="1278255" y="406048"/>
                    <a:pt x="1300163" y="407000"/>
                  </a:cubicBezTo>
                  <a:cubicBezTo>
                    <a:pt x="1316355" y="409858"/>
                    <a:pt x="1329690" y="406048"/>
                    <a:pt x="1338263" y="389855"/>
                  </a:cubicBezTo>
                  <a:cubicBezTo>
                    <a:pt x="1303973" y="350803"/>
                    <a:pt x="1272540" y="309845"/>
                    <a:pt x="1230630" y="276508"/>
                  </a:cubicBezTo>
                  <a:close/>
                </a:path>
              </a:pathLst>
            </a:custGeom>
            <a:solidFill>
              <a:schemeClr val="tx1"/>
            </a:solidFill>
            <a:ln w="9525" cap="flat">
              <a:noFill/>
              <a:prstDash val="solid"/>
              <a:miter/>
            </a:ln>
          </p:spPr>
          <p:txBody>
            <a:bodyPr rtlCol="0" anchor="ctr"/>
            <a:lstStyle/>
            <a:p>
              <a:endParaRPr lang="en-US"/>
            </a:p>
          </p:txBody>
        </p:sp>
        <p:sp>
          <p:nvSpPr>
            <p:cNvPr id="22" name="Graphic 124">
              <a:extLst>
                <a:ext uri="{FF2B5EF4-FFF2-40B4-BE49-F238E27FC236}">
                  <a16:creationId xmlns="" xmlns:a16="http://schemas.microsoft.com/office/drawing/2014/main" id="{BB357B23-B4B1-44FB-97F1-67778E4AD2E3}"/>
                </a:ext>
              </a:extLst>
            </p:cNvPr>
            <p:cNvSpPr/>
            <p:nvPr/>
          </p:nvSpPr>
          <p:spPr>
            <a:xfrm>
              <a:off x="3522278" y="2349947"/>
              <a:ext cx="302429" cy="292513"/>
            </a:xfrm>
            <a:custGeom>
              <a:avLst/>
              <a:gdLst>
                <a:gd name="connsiteX0" fmla="*/ 113220 w 333642"/>
                <a:gd name="connsiteY0" fmla="*/ 0 h 322703"/>
                <a:gd name="connsiteX1" fmla="*/ 230815 w 333642"/>
                <a:gd name="connsiteY1" fmla="*/ 145490 h 322703"/>
                <a:gd name="connsiteX2" fmla="*/ 333642 w 333642"/>
                <a:gd name="connsiteY2" fmla="*/ 191434 h 322703"/>
                <a:gd name="connsiteX3" fmla="*/ 48132 w 333642"/>
                <a:gd name="connsiteY3" fmla="*/ 305747 h 322703"/>
                <a:gd name="connsiteX4" fmla="*/ 0 w 333642"/>
                <a:gd name="connsiteY4" fmla="*/ 322703 h 322703"/>
                <a:gd name="connsiteX5" fmla="*/ 31176 w 333642"/>
                <a:gd name="connsiteY5" fmla="*/ 234643 h 322703"/>
                <a:gd name="connsiteX6" fmla="*/ 113220 w 333642"/>
                <a:gd name="connsiteY6" fmla="*/ 0 h 322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642" h="322703">
                  <a:moveTo>
                    <a:pt x="113220" y="0"/>
                  </a:moveTo>
                  <a:cubicBezTo>
                    <a:pt x="144943" y="57977"/>
                    <a:pt x="177760" y="98452"/>
                    <a:pt x="230815" y="145490"/>
                  </a:cubicBezTo>
                  <a:cubicBezTo>
                    <a:pt x="262538" y="166821"/>
                    <a:pt x="294261" y="180495"/>
                    <a:pt x="333642" y="191434"/>
                  </a:cubicBezTo>
                  <a:cubicBezTo>
                    <a:pt x="309029" y="201279"/>
                    <a:pt x="135098" y="270742"/>
                    <a:pt x="48132" y="305747"/>
                  </a:cubicBezTo>
                  <a:cubicBezTo>
                    <a:pt x="35005" y="310670"/>
                    <a:pt x="16409" y="317233"/>
                    <a:pt x="0" y="322703"/>
                  </a:cubicBezTo>
                  <a:cubicBezTo>
                    <a:pt x="12580" y="288792"/>
                    <a:pt x="19690" y="265820"/>
                    <a:pt x="31176" y="234643"/>
                  </a:cubicBezTo>
                  <a:cubicBezTo>
                    <a:pt x="57430" y="160258"/>
                    <a:pt x="104468" y="28989"/>
                    <a:pt x="113220" y="0"/>
                  </a:cubicBezTo>
                  <a:close/>
                </a:path>
              </a:pathLst>
            </a:custGeom>
            <a:solidFill>
              <a:schemeClr val="bg1">
                <a:lumMod val="75000"/>
              </a:schemeClr>
            </a:solidFill>
            <a:ln w="5465" cap="flat">
              <a:noFill/>
              <a:prstDash val="solid"/>
              <a:miter/>
            </a:ln>
          </p:spPr>
          <p:txBody>
            <a:bodyPr rtlCol="0" anchor="ctr"/>
            <a:lstStyle/>
            <a:p>
              <a:endParaRPr lang="en-US"/>
            </a:p>
          </p:txBody>
        </p:sp>
      </p:grpSp>
      <p:sp>
        <p:nvSpPr>
          <p:cNvPr id="24" name="Title 1"/>
          <p:cNvSpPr txBox="1">
            <a:spLocks/>
          </p:cNvSpPr>
          <p:nvPr/>
        </p:nvSpPr>
        <p:spPr>
          <a:xfrm>
            <a:off x="4787571" y="1043591"/>
            <a:ext cx="3076025" cy="1164256"/>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altLang="ko-KR" dirty="0">
                <a:solidFill>
                  <a:schemeClr val="accent2"/>
                </a:solidFill>
                <a:cs typeface="Arial" pitchFamily="34" charset="0"/>
              </a:rPr>
              <a:t>1. Lí do chọn đề tài</a:t>
            </a:r>
            <a:endParaRPr lang="ko-KR" altLang="en-US" dirty="0">
              <a:cs typeface="Arial" pitchFamily="34" charset="0"/>
            </a:endParaRPr>
          </a:p>
          <a:p>
            <a:pPr algn="ctr"/>
            <a:r>
              <a:rPr lang="en-US" dirty="0" smtClean="0"/>
              <a:t/>
            </a:r>
            <a:br>
              <a:rPr lang="en-US" dirty="0" smtClean="0"/>
            </a:br>
            <a:r>
              <a:rPr lang="en-US" b="1" dirty="0" smtClean="0">
                <a:latin typeface="Times New Roman" panose="02020603050405020304" pitchFamily="18" charset="0"/>
                <a:cs typeface="Times New Roman" panose="02020603050405020304" pitchFamily="18" charset="0"/>
              </a:rPr>
              <a:t/>
            </a:r>
            <a:br>
              <a:rPr lang="en-US" b="1"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82126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0627" y="1473958"/>
            <a:ext cx="4858603" cy="4940490"/>
          </a:xfrm>
        </p:spPr>
      </p:pic>
      <p:sp>
        <p:nvSpPr>
          <p:cNvPr id="8" name="Text Placeholder 10">
            <a:extLst>
              <a:ext uri="{FF2B5EF4-FFF2-40B4-BE49-F238E27FC236}">
                <a16:creationId xmlns="" xmlns:a16="http://schemas.microsoft.com/office/drawing/2014/main" id="{CCFF808D-EDF7-432E-A2FB-2D2699968C69}"/>
              </a:ext>
            </a:extLst>
          </p:cNvPr>
          <p:cNvSpPr txBox="1">
            <a:spLocks noGrp="1"/>
          </p:cNvSpPr>
          <p:nvPr>
            <p:ph type="title"/>
          </p:nvPr>
        </p:nvSpPr>
        <p:spPr>
          <a:xfrm>
            <a:off x="1910536" y="221368"/>
            <a:ext cx="8911687" cy="931735"/>
          </a:xfrm>
          <a:prstGeom prst="rect">
            <a:avLst/>
          </a:prstGeom>
          <a:noFill/>
        </p:spPr>
        <p:txBody>
          <a:bodyPr anchor="ctr">
            <a:normAutofit/>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ko-KR" sz="4000" b="1" dirty="0" smtClean="0">
                <a:cs typeface="Arial" pitchFamily="34" charset="0"/>
              </a:rPr>
              <a:t>ERD vs LƯỢC ĐỒ QUAN HỆ</a:t>
            </a:r>
            <a:endParaRPr lang="en-US" altLang="ko-KR" sz="4000" b="1" dirty="0">
              <a:cs typeface="Arial"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8677" y="1473958"/>
            <a:ext cx="5966636" cy="4940490"/>
          </a:xfrm>
          <a:prstGeom prst="rect">
            <a:avLst/>
          </a:prstGeom>
        </p:spPr>
      </p:pic>
    </p:spTree>
    <p:extLst>
      <p:ext uri="{BB962C8B-B14F-4D97-AF65-F5344CB8AC3E}">
        <p14:creationId xmlns:p14="http://schemas.microsoft.com/office/powerpoint/2010/main" val="29527281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5254" y="604776"/>
            <a:ext cx="8911687" cy="1280890"/>
          </a:xfrm>
        </p:spPr>
        <p:txBody>
          <a:bodyPr/>
          <a:lstStyle/>
          <a:p>
            <a:pPr algn="ctr"/>
            <a:r>
              <a:rPr lang="en-US" b="1">
                <a:latin typeface="Times New Roman" panose="02020603050405020304" pitchFamily="18" charset="0"/>
                <a:cs typeface="Times New Roman" panose="02020603050405020304" pitchFamily="18" charset="0"/>
              </a:rPr>
              <a:t>SẢN PHẨM CÔNG NGHỆ THÔNG TIN</a:t>
            </a:r>
            <a:endParaRPr lang="en-US"/>
          </a:p>
        </p:txBody>
      </p:sp>
      <p:sp>
        <p:nvSpPr>
          <p:cNvPr id="3" name="Content Placeholder 2"/>
          <p:cNvSpPr>
            <a:spLocks noGrp="1"/>
          </p:cNvSpPr>
          <p:nvPr>
            <p:ph idx="1"/>
          </p:nvPr>
        </p:nvSpPr>
        <p:spPr>
          <a:xfrm>
            <a:off x="1196831" y="1776482"/>
            <a:ext cx="5681331" cy="4550392"/>
          </a:xfrm>
        </p:spPr>
        <p:txBody>
          <a:bodyPr>
            <a:noAutofit/>
          </a:bodyPr>
          <a:lstStyle/>
          <a:p>
            <a:pPr algn="just"/>
            <a:r>
              <a:rPr lang="en-US" sz="2200" dirty="0" smtClean="0">
                <a:latin typeface="Times New Roman" panose="02020603050405020304" pitchFamily="18" charset="0"/>
                <a:cs typeface="Times New Roman" panose="02020603050405020304" pitchFamily="18" charset="0"/>
              </a:rPr>
              <a:t>Tên: </a:t>
            </a:r>
            <a:r>
              <a:rPr lang="en-US" sz="2200" b="1" dirty="0" smtClean="0">
                <a:solidFill>
                  <a:srgbClr val="FF0000"/>
                </a:solidFill>
                <a:latin typeface="Times New Roman" panose="02020603050405020304" pitchFamily="18" charset="0"/>
                <a:cs typeface="Times New Roman" panose="02020603050405020304" pitchFamily="18" charset="0"/>
              </a:rPr>
              <a:t>Phần mềm quản lý nhân sự</a:t>
            </a:r>
            <a:r>
              <a:rPr lang="en-US" sz="2200" dirty="0">
                <a:solidFill>
                  <a:srgbClr val="FF0000"/>
                </a:solidFill>
                <a:latin typeface="Times New Roman" panose="02020603050405020304" pitchFamily="18" charset="0"/>
                <a:cs typeface="Times New Roman" panose="02020603050405020304" pitchFamily="18" charset="0"/>
              </a:rPr>
              <a:t>.</a:t>
            </a:r>
            <a:endParaRPr lang="en-US" sz="2200" dirty="0" smtClean="0">
              <a:solidFill>
                <a:srgbClr val="FF0000"/>
              </a:solidFill>
              <a:latin typeface="Times New Roman" panose="02020603050405020304" pitchFamily="18" charset="0"/>
              <a:cs typeface="Times New Roman" panose="02020603050405020304" pitchFamily="18" charset="0"/>
            </a:endParaRPr>
          </a:p>
          <a:p>
            <a:pPr algn="just"/>
            <a:r>
              <a:rPr lang="en-US" sz="2200" b="1" dirty="0" smtClean="0">
                <a:latin typeface="Times New Roman" panose="02020603050405020304" pitchFamily="18" charset="0"/>
                <a:cs typeface="Times New Roman" panose="02020603050405020304" pitchFamily="18" charset="0"/>
              </a:rPr>
              <a:t>Lý do lựa chọn phần mềm</a:t>
            </a:r>
            <a:r>
              <a:rPr lang="en-US" sz="2200" b="1" dirty="0" smtClean="0">
                <a:latin typeface="Times New Roman" panose="02020603050405020304" pitchFamily="18" charset="0"/>
                <a:cs typeface="Times New Roman" panose="02020603050405020304" pitchFamily="18" charset="0"/>
              </a:rPr>
              <a:t>:</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lvl="1" algn="just"/>
            <a:r>
              <a:rPr lang="en-US" sz="2200" dirty="0">
                <a:latin typeface="Times New Roman" panose="02020603050405020304" pitchFamily="18" charset="0"/>
                <a:cs typeface="Times New Roman" panose="02020603050405020304" pitchFamily="18" charset="0"/>
              </a:rPr>
              <a:t>Bản thân muốn tìm hiểu và có những khái niệm cơ bản về </a:t>
            </a:r>
            <a:r>
              <a:rPr lang="en-US" sz="2200" dirty="0" smtClean="0">
                <a:latin typeface="Times New Roman" panose="02020603050405020304" pitchFamily="18" charset="0"/>
                <a:cs typeface="Times New Roman" panose="02020603050405020304" pitchFamily="18" charset="0"/>
              </a:rPr>
              <a:t>công </a:t>
            </a:r>
            <a:r>
              <a:rPr lang="en-US" sz="2200" dirty="0">
                <a:latin typeface="Times New Roman" panose="02020603050405020304" pitchFamily="18" charset="0"/>
                <a:cs typeface="Times New Roman" panose="02020603050405020304" pitchFamily="18" charset="0"/>
              </a:rPr>
              <a:t>việc quản lý nhân sự trong Công </a:t>
            </a:r>
            <a:r>
              <a:rPr lang="en-US" sz="2200" dirty="0" smtClean="0">
                <a:latin typeface="Times New Roman" panose="02020603050405020304" pitchFamily="18" charset="0"/>
                <a:cs typeface="Times New Roman" panose="02020603050405020304" pitchFamily="18" charset="0"/>
              </a:rPr>
              <a:t>ty</a:t>
            </a:r>
            <a:r>
              <a:rPr lang="en-US" sz="2200" b="1"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lvl="1" algn="just"/>
            <a:r>
              <a:rPr lang="en-US" sz="2200" dirty="0">
                <a:latin typeface="Times New Roman" panose="02020603050405020304" pitchFamily="18" charset="0"/>
                <a:cs typeface="Times New Roman" panose="02020603050405020304" pitchFamily="18" charset="0"/>
              </a:rPr>
              <a:t>Kết hợp xây dựng phần mềm với việc ôn tập để thi </a:t>
            </a:r>
            <a:r>
              <a:rPr lang="en-US" sz="2200" dirty="0" smtClean="0">
                <a:latin typeface="Times New Roman" panose="02020603050405020304" pitchFamily="18" charset="0"/>
                <a:cs typeface="Times New Roman" panose="02020603050405020304" pitchFamily="18" charset="0"/>
              </a:rPr>
              <a:t>tốt nghiệp thông </a:t>
            </a:r>
            <a:r>
              <a:rPr lang="en-US" sz="2200" dirty="0">
                <a:latin typeface="Times New Roman" panose="02020603050405020304" pitchFamily="18" charset="0"/>
                <a:cs typeface="Times New Roman" panose="02020603050405020304" pitchFamily="18" charset="0"/>
              </a:rPr>
              <a:t>qua ngôn ngữ lập trình C</a:t>
            </a:r>
            <a:r>
              <a:rPr lang="en-US" sz="2200" dirty="0" smtClean="0">
                <a:latin typeface="Times New Roman" panose="02020603050405020304" pitchFamily="18" charset="0"/>
                <a:cs typeface="Times New Roman" panose="02020603050405020304" pitchFamily="18" charset="0"/>
              </a:rPr>
              <a:t>#.NET.</a:t>
            </a:r>
            <a:endParaRPr lang="en-US" sz="22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4172" y="783771"/>
            <a:ext cx="1190171" cy="369332"/>
          </a:xfrm>
          <a:prstGeom prst="rect">
            <a:avLst/>
          </a:prstGeom>
          <a:noFill/>
        </p:spPr>
        <p:txBody>
          <a:bodyPr wrap="square" rtlCol="0">
            <a:spAutoFit/>
          </a:bodyPr>
          <a:lstStyle/>
          <a:p>
            <a:pPr algn="ctr"/>
            <a:r>
              <a:rPr lang="en-US" b="1" dirty="0" smtClean="0">
                <a:solidFill>
                  <a:schemeClr val="bg1"/>
                </a:solidFill>
              </a:rPr>
              <a:t>III</a:t>
            </a:r>
            <a:endParaRPr lang="en-US" b="1"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35453" y="5013971"/>
            <a:ext cx="911869" cy="911869"/>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0712" y="5013970"/>
            <a:ext cx="911869" cy="911869"/>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62937" y="5013971"/>
            <a:ext cx="911869" cy="911869"/>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12808" y="1245221"/>
            <a:ext cx="4932556" cy="3707536"/>
          </a:xfrm>
          <a:prstGeom prst="rect">
            <a:avLst/>
          </a:prstGeom>
        </p:spPr>
      </p:pic>
    </p:spTree>
    <p:extLst>
      <p:ext uri="{BB962C8B-B14F-4D97-AF65-F5344CB8AC3E}">
        <p14:creationId xmlns:p14="http://schemas.microsoft.com/office/powerpoint/2010/main" val="20327172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Tạo tài khoản cho nhân viên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5152" y="2018644"/>
            <a:ext cx="9198591" cy="4013666"/>
          </a:xfrm>
        </p:spPr>
      </p:pic>
    </p:spTree>
    <p:extLst>
      <p:ext uri="{BB962C8B-B14F-4D97-AF65-F5344CB8AC3E}">
        <p14:creationId xmlns:p14="http://schemas.microsoft.com/office/powerpoint/2010/main" val="700607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Thay đổi mật khẩu</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4377" y="1665027"/>
            <a:ext cx="7902262" cy="4435521"/>
          </a:xfrm>
        </p:spPr>
      </p:pic>
    </p:spTree>
    <p:extLst>
      <p:ext uri="{BB962C8B-B14F-4D97-AF65-F5344CB8AC3E}">
        <p14:creationId xmlns:p14="http://schemas.microsoft.com/office/powerpoint/2010/main" val="1196894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0221" y="446690"/>
            <a:ext cx="8911687" cy="1280890"/>
          </a:xfrm>
        </p:spPr>
        <p:txBody>
          <a:bodyPr/>
          <a:lstStyle/>
          <a:p>
            <a:r>
              <a:rPr lang="en-US" dirty="0" smtClean="0"/>
              <a:t>Thay đổi thông tin cá nhân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3015" y="1492154"/>
            <a:ext cx="9541670" cy="4540155"/>
          </a:xfrm>
        </p:spPr>
      </p:pic>
    </p:spTree>
    <p:extLst>
      <p:ext uri="{BB962C8B-B14F-4D97-AF65-F5344CB8AC3E}">
        <p14:creationId xmlns:p14="http://schemas.microsoft.com/office/powerpoint/2010/main" val="70613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9494" y="247659"/>
            <a:ext cx="8911687" cy="830514"/>
          </a:xfrm>
        </p:spPr>
        <p:txBody>
          <a:bodyPr/>
          <a:lstStyle/>
          <a:p>
            <a:pPr algn="ctr"/>
            <a:r>
              <a:rPr lang="en-US" dirty="0" smtClean="0"/>
              <a:t>Quản lý phòng ban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9494" y="1528549"/>
            <a:ext cx="9935118" cy="5145206"/>
          </a:xfrm>
        </p:spPr>
      </p:pic>
    </p:spTree>
    <p:extLst>
      <p:ext uri="{BB962C8B-B14F-4D97-AF65-F5344CB8AC3E}">
        <p14:creationId xmlns:p14="http://schemas.microsoft.com/office/powerpoint/2010/main" val="2384214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5003" y="146438"/>
            <a:ext cx="8911687" cy="781609"/>
          </a:xfrm>
        </p:spPr>
        <p:txBody>
          <a:bodyPr/>
          <a:lstStyle/>
          <a:p>
            <a:pPr algn="ctr"/>
            <a:r>
              <a:rPr lang="en-US" dirty="0"/>
              <a:t>Quản lý </a:t>
            </a:r>
            <a:r>
              <a:rPr lang="en-US" dirty="0" smtClean="0"/>
              <a:t>nhân viên</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6412" y="928047"/>
            <a:ext cx="10536072" cy="5581935"/>
          </a:xfrm>
          <a:prstGeom prst="rect">
            <a:avLst/>
          </a:prstGeom>
        </p:spPr>
      </p:pic>
    </p:spTree>
    <p:extLst>
      <p:ext uri="{BB962C8B-B14F-4D97-AF65-F5344CB8AC3E}">
        <p14:creationId xmlns:p14="http://schemas.microsoft.com/office/powerpoint/2010/main" val="1185648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3803" y="132791"/>
            <a:ext cx="4790513" cy="1280890"/>
          </a:xfrm>
        </p:spPr>
        <p:txBody>
          <a:bodyPr/>
          <a:lstStyle/>
          <a:p>
            <a:r>
              <a:rPr lang="en-US" dirty="0"/>
              <a:t>Quản lý </a:t>
            </a:r>
            <a:r>
              <a:rPr lang="en-US" dirty="0" smtClean="0"/>
              <a:t>chấm công</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4776" y="1542197"/>
            <a:ext cx="9949217" cy="5076967"/>
          </a:xfrm>
        </p:spPr>
      </p:pic>
    </p:spTree>
    <p:extLst>
      <p:ext uri="{BB962C8B-B14F-4D97-AF65-F5344CB8AC3E}">
        <p14:creationId xmlns:p14="http://schemas.microsoft.com/office/powerpoint/2010/main" val="4125562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9463" y="56591"/>
            <a:ext cx="3398442" cy="816866"/>
          </a:xfrm>
        </p:spPr>
        <p:txBody>
          <a:bodyPr/>
          <a:lstStyle/>
          <a:p>
            <a:r>
              <a:rPr lang="en-US" dirty="0"/>
              <a:t>Quản lý </a:t>
            </a:r>
            <a:r>
              <a:rPr lang="en-US" dirty="0" smtClean="0"/>
              <a:t>chức vụ</a:t>
            </a:r>
            <a:endParaRPr lang="en-US" dirty="0"/>
          </a:p>
        </p:txBody>
      </p:sp>
      <p:pic>
        <p:nvPicPr>
          <p:cNvPr id="4" name="Content Placeholder 3"/>
          <p:cNvPicPr>
            <a:picLocks noGrp="1" noChangeAspect="1"/>
          </p:cNvPicPr>
          <p:nvPr>
            <p:ph idx="1"/>
          </p:nvPr>
        </p:nvPicPr>
        <p:blipFill>
          <a:blip r:embed="rId2"/>
          <a:stretch>
            <a:fillRect/>
          </a:stretch>
        </p:blipFill>
        <p:spPr>
          <a:xfrm>
            <a:off x="941696" y="1337481"/>
            <a:ext cx="10562916" cy="5363570"/>
          </a:xfrm>
          <a:prstGeom prst="rect">
            <a:avLst/>
          </a:prstGeom>
        </p:spPr>
      </p:pic>
    </p:spTree>
    <p:extLst>
      <p:ext uri="{BB962C8B-B14F-4D97-AF65-F5344CB8AC3E}">
        <p14:creationId xmlns:p14="http://schemas.microsoft.com/office/powerpoint/2010/main" val="1867109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809" y="2466558"/>
            <a:ext cx="4299193" cy="1280890"/>
          </a:xfrm>
        </p:spPr>
        <p:txBody>
          <a:bodyPr/>
          <a:lstStyle/>
          <a:p>
            <a:r>
              <a:rPr lang="en-US" dirty="0"/>
              <a:t>Quản lý </a:t>
            </a:r>
            <a:r>
              <a:rPr lang="en-US" dirty="0" smtClean="0"/>
              <a:t>lương</a:t>
            </a:r>
            <a:endParaRPr lang="en-US" dirty="0"/>
          </a:p>
        </p:txBody>
      </p:sp>
      <p:pic>
        <p:nvPicPr>
          <p:cNvPr id="4" name="Content Placeholder 3"/>
          <p:cNvPicPr>
            <a:picLocks noGrp="1" noChangeAspect="1"/>
          </p:cNvPicPr>
          <p:nvPr>
            <p:ph idx="1"/>
          </p:nvPr>
        </p:nvPicPr>
        <p:blipFill>
          <a:blip r:embed="rId2"/>
          <a:stretch>
            <a:fillRect/>
          </a:stretch>
        </p:blipFill>
        <p:spPr>
          <a:xfrm>
            <a:off x="5554639" y="1055427"/>
            <a:ext cx="6237027" cy="5086066"/>
          </a:xfrm>
          <a:prstGeom prst="rect">
            <a:avLst/>
          </a:prstGeom>
        </p:spPr>
      </p:pic>
    </p:spTree>
    <p:extLst>
      <p:ext uri="{BB962C8B-B14F-4D97-AF65-F5344CB8AC3E}">
        <p14:creationId xmlns:p14="http://schemas.microsoft.com/office/powerpoint/2010/main" val="4261113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5469" y="2390405"/>
            <a:ext cx="4544703" cy="1280890"/>
          </a:xfrm>
        </p:spPr>
        <p:txBody>
          <a:bodyPr/>
          <a:lstStyle/>
          <a:p>
            <a:r>
              <a:rPr lang="en-US" dirty="0"/>
              <a:t>Quản lý </a:t>
            </a:r>
            <a:r>
              <a:rPr lang="en-US" dirty="0" smtClean="0"/>
              <a:t>khen thưởng</a:t>
            </a:r>
            <a:endParaRPr lang="en-US" dirty="0"/>
          </a:p>
        </p:txBody>
      </p:sp>
      <p:pic>
        <p:nvPicPr>
          <p:cNvPr id="4" name="Content Placeholder 3"/>
          <p:cNvPicPr>
            <a:picLocks noGrp="1" noChangeAspect="1"/>
          </p:cNvPicPr>
          <p:nvPr>
            <p:ph idx="1"/>
          </p:nvPr>
        </p:nvPicPr>
        <p:blipFill>
          <a:blip r:embed="rId2"/>
          <a:stretch>
            <a:fillRect/>
          </a:stretch>
        </p:blipFill>
        <p:spPr>
          <a:xfrm>
            <a:off x="6482114" y="624109"/>
            <a:ext cx="5524176" cy="5722099"/>
          </a:xfrm>
          <a:prstGeom prst="rect">
            <a:avLst/>
          </a:prstGeom>
        </p:spPr>
      </p:pic>
    </p:spTree>
    <p:extLst>
      <p:ext uri="{BB962C8B-B14F-4D97-AF65-F5344CB8AC3E}">
        <p14:creationId xmlns:p14="http://schemas.microsoft.com/office/powerpoint/2010/main" val="565333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626" y="2589388"/>
            <a:ext cx="3575863" cy="1280890"/>
          </a:xfrm>
        </p:spPr>
        <p:txBody>
          <a:bodyPr/>
          <a:lstStyle/>
          <a:p>
            <a:r>
              <a:rPr lang="en-US" dirty="0" smtClean="0"/>
              <a:t>Quản lý phụ cấp</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68805" y="1137313"/>
            <a:ext cx="5505136" cy="4990532"/>
          </a:xfrm>
        </p:spPr>
      </p:pic>
    </p:spTree>
    <p:extLst>
      <p:ext uri="{BB962C8B-B14F-4D97-AF65-F5344CB8AC3E}">
        <p14:creationId xmlns:p14="http://schemas.microsoft.com/office/powerpoint/2010/main" val="2454178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388" y="2513235"/>
            <a:ext cx="3794227" cy="1280890"/>
          </a:xfrm>
        </p:spPr>
        <p:txBody>
          <a:bodyPr/>
          <a:lstStyle/>
          <a:p>
            <a:r>
              <a:rPr lang="en-US" dirty="0" smtClean="0"/>
              <a:t>Quản lý bảo hiểm</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33941" y="1201003"/>
            <a:ext cx="5538133" cy="4865384"/>
          </a:xfrm>
        </p:spPr>
      </p:pic>
    </p:spTree>
    <p:extLst>
      <p:ext uri="{BB962C8B-B14F-4D97-AF65-F5344CB8AC3E}">
        <p14:creationId xmlns:p14="http://schemas.microsoft.com/office/powerpoint/2010/main" val="1031339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627" y="2208572"/>
            <a:ext cx="4039885" cy="1280890"/>
          </a:xfrm>
        </p:spPr>
        <p:txBody>
          <a:bodyPr/>
          <a:lstStyle/>
          <a:p>
            <a:r>
              <a:rPr lang="en-US" dirty="0" smtClean="0"/>
              <a:t>Quản lý hợp đồng</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2617" y="959892"/>
            <a:ext cx="5508579" cy="5208896"/>
          </a:xfrm>
        </p:spPr>
      </p:pic>
    </p:spTree>
    <p:extLst>
      <p:ext uri="{BB962C8B-B14F-4D97-AF65-F5344CB8AC3E}">
        <p14:creationId xmlns:p14="http://schemas.microsoft.com/office/powerpoint/2010/main" val="2823985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6388" y="2220898"/>
            <a:ext cx="3152782" cy="1280890"/>
          </a:xfrm>
        </p:spPr>
        <p:txBody>
          <a:bodyPr/>
          <a:lstStyle/>
          <a:p>
            <a:r>
              <a:rPr lang="en-US" dirty="0" smtClean="0"/>
              <a:t>Quản lý TDHV</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59169" y="624110"/>
            <a:ext cx="5445443" cy="5312666"/>
          </a:xfrm>
        </p:spPr>
      </p:pic>
    </p:spTree>
    <p:extLst>
      <p:ext uri="{BB962C8B-B14F-4D97-AF65-F5344CB8AC3E}">
        <p14:creationId xmlns:p14="http://schemas.microsoft.com/office/powerpoint/2010/main" val="682689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Thống kê</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49131" y="624110"/>
            <a:ext cx="6656182" cy="5795750"/>
          </a:xfrm>
        </p:spPr>
      </p:pic>
    </p:spTree>
    <p:extLst>
      <p:ext uri="{BB962C8B-B14F-4D97-AF65-F5344CB8AC3E}">
        <p14:creationId xmlns:p14="http://schemas.microsoft.com/office/powerpoint/2010/main" val="3808257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SẢN PHẨM CÔNG NGHỆ THÔNG TIN</a:t>
            </a:r>
            <a:endParaRPr lang="en-US" b="1"/>
          </a:p>
        </p:txBody>
      </p:sp>
      <p:sp>
        <p:nvSpPr>
          <p:cNvPr id="6" name="Content Placeholder 5"/>
          <p:cNvSpPr>
            <a:spLocks noGrp="1"/>
          </p:cNvSpPr>
          <p:nvPr>
            <p:ph idx="1"/>
          </p:nvPr>
        </p:nvSpPr>
        <p:spPr>
          <a:xfrm>
            <a:off x="2589212" y="1707676"/>
            <a:ext cx="8915400" cy="623248"/>
          </a:xfrm>
        </p:spPr>
        <p:txBody>
          <a:bodyPr>
            <a:normAutofit/>
          </a:bodyPr>
          <a:lstStyle/>
          <a:p>
            <a:r>
              <a:rPr lang="en-US" sz="2400" b="1" smtClean="0">
                <a:solidFill>
                  <a:srgbClr val="FF0000"/>
                </a:solidFill>
                <a:latin typeface="Times New Roman" panose="02020603050405020304" pitchFamily="18" charset="0"/>
                <a:cs typeface="Times New Roman" panose="02020603050405020304" pitchFamily="18" charset="0"/>
              </a:rPr>
              <a:t>Chức năng chính của phần mềm</a:t>
            </a:r>
          </a:p>
          <a:p>
            <a:pPr marL="0" indent="0">
              <a:buNone/>
            </a:pPr>
            <a:endParaRPr lang="en-US" sz="2000">
              <a:latin typeface="Times New Roman" panose="02020603050405020304" pitchFamily="18" charset="0"/>
              <a:cs typeface="Times New Roman" panose="02020603050405020304" pitchFamily="18" charset="0"/>
            </a:endParaRPr>
          </a:p>
        </p:txBody>
      </p:sp>
      <p:graphicFrame>
        <p:nvGraphicFramePr>
          <p:cNvPr id="9" name="Diagram 8"/>
          <p:cNvGraphicFramePr/>
          <p:nvPr>
            <p:extLst>
              <p:ext uri="{D42A27DB-BD31-4B8C-83A1-F6EECF244321}">
                <p14:modId xmlns:p14="http://schemas.microsoft.com/office/powerpoint/2010/main" val="3708613565"/>
              </p:ext>
            </p:extLst>
          </p:nvPr>
        </p:nvGraphicFramePr>
        <p:xfrm>
          <a:off x="2483894" y="2183642"/>
          <a:ext cx="9020718" cy="408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25877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SẢN PHẨM CÔNG NGHỆ THÔNG TIN</a:t>
            </a:r>
            <a:endParaRPr lang="en-US" b="1" dirty="0"/>
          </a:p>
        </p:txBody>
      </p:sp>
      <p:sp>
        <p:nvSpPr>
          <p:cNvPr id="3" name="Content Placeholder 2"/>
          <p:cNvSpPr>
            <a:spLocks noGrp="1"/>
          </p:cNvSpPr>
          <p:nvPr>
            <p:ph idx="1"/>
          </p:nvPr>
        </p:nvSpPr>
        <p:spPr>
          <a:xfrm>
            <a:off x="1460312" y="1905000"/>
            <a:ext cx="8915400" cy="718782"/>
          </a:xfrm>
        </p:spPr>
        <p:txBody>
          <a:bodyPr>
            <a:normAutofit/>
          </a:bodyPr>
          <a:lstStyle/>
          <a:p>
            <a:r>
              <a:rPr lang="en-US" sz="2400" b="1">
                <a:solidFill>
                  <a:srgbClr val="FF0000"/>
                </a:solidFill>
                <a:latin typeface="Times New Roman" panose="02020603050405020304" pitchFamily="18" charset="0"/>
                <a:cs typeface="Times New Roman" panose="02020603050405020304" pitchFamily="18" charset="0"/>
              </a:rPr>
              <a:t>Chức năng chính của phần mềm</a:t>
            </a:r>
          </a:p>
          <a:p>
            <a:pPr marL="0" indent="0">
              <a:buNone/>
            </a:pPr>
            <a:endParaRPr lang="en-US" sz="2000">
              <a:latin typeface="Times New Roman" panose="02020603050405020304" pitchFamily="18" charset="0"/>
              <a:cs typeface="Times New Roman" panose="02020603050405020304" pitchFamily="18" charset="0"/>
            </a:endParaRPr>
          </a:p>
        </p:txBody>
      </p:sp>
      <p:graphicFrame>
        <p:nvGraphicFramePr>
          <p:cNvPr id="6" name="Diagram 5"/>
          <p:cNvGraphicFramePr/>
          <p:nvPr>
            <p:extLst>
              <p:ext uri="{D42A27DB-BD31-4B8C-83A1-F6EECF244321}">
                <p14:modId xmlns:p14="http://schemas.microsoft.com/office/powerpoint/2010/main" val="4260238651"/>
              </p:ext>
            </p:extLst>
          </p:nvPr>
        </p:nvGraphicFramePr>
        <p:xfrm>
          <a:off x="1460311" y="2033516"/>
          <a:ext cx="10372297" cy="45174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87650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2926" y="649136"/>
            <a:ext cx="8911687" cy="1280890"/>
          </a:xfrm>
        </p:spPr>
        <p:txBody>
          <a:bodyPr/>
          <a:lstStyle/>
          <a:p>
            <a:pPr algn="ctr"/>
            <a:r>
              <a:rPr lang="en-US" b="1" smtClean="0"/>
              <a:t>KẾT LUẬN</a:t>
            </a:r>
            <a:endParaRPr lang="en-US" b="1"/>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898962936"/>
              </p:ext>
            </p:extLst>
          </p:nvPr>
        </p:nvGraphicFramePr>
        <p:xfrm>
          <a:off x="2056950" y="1589832"/>
          <a:ext cx="9434014" cy="4585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79925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66529"/>
          </a:xfrm>
          <a:prstGeom prst="rect">
            <a:avLst/>
          </a:prstGeom>
        </p:spPr>
      </p:pic>
      <p:sp>
        <p:nvSpPr>
          <p:cNvPr id="8" name="TextBox 7"/>
          <p:cNvSpPr txBox="1"/>
          <p:nvPr/>
        </p:nvSpPr>
        <p:spPr>
          <a:xfrm>
            <a:off x="4135271" y="2797791"/>
            <a:ext cx="5213445" cy="3046988"/>
          </a:xfrm>
          <a:prstGeom prst="rect">
            <a:avLst/>
          </a:prstGeom>
          <a:noFill/>
        </p:spPr>
        <p:txBody>
          <a:bodyPr wrap="square" rtlCol="0">
            <a:spAutoFit/>
          </a:bodyPr>
          <a:lstStyle/>
          <a:p>
            <a:r>
              <a:rPr lang="vi-VN" sz="4800" b="1" smtClean="0">
                <a:ln w="6600">
                  <a:solidFill>
                    <a:schemeClr val="tx1">
                      <a:lumMod val="95000"/>
                      <a:lumOff val="5000"/>
                    </a:schemeClr>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rPr>
              <a:t>CẢM ƠN THẦY CÔ VÀ CÁC BẠN </a:t>
            </a:r>
          </a:p>
          <a:p>
            <a:r>
              <a:rPr lang="vi-VN" sz="4800" b="1" smtClean="0">
                <a:ln w="6600">
                  <a:solidFill>
                    <a:schemeClr val="tx1">
                      <a:lumMod val="95000"/>
                      <a:lumOff val="5000"/>
                    </a:schemeClr>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rPr>
              <a:t>ĐÃ LẮNG NGHE </a:t>
            </a:r>
          </a:p>
          <a:p>
            <a:endParaRPr lang="en-US" sz="4800" b="1">
              <a:ln w="6600">
                <a:solidFill>
                  <a:schemeClr val="tx1">
                    <a:lumMod val="95000"/>
                    <a:lumOff val="5000"/>
                  </a:schemeClr>
                </a:solidFill>
                <a:prstDash val="solid"/>
              </a:ln>
              <a:solidFill>
                <a:srgbClr val="FFFFFF"/>
              </a:solidFill>
              <a:effectLst>
                <a:outerShdw dist="38100" dir="2700000" algn="tl" rotWithShape="0">
                  <a:schemeClr val="accent2"/>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0878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1022</TotalTime>
  <Words>653</Words>
  <Application>Microsoft Office PowerPoint</Application>
  <PresentationFormat>Widescreen</PresentationFormat>
  <Paragraphs>104</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Arial Unicode MS</vt:lpstr>
      <vt:lpstr>Century Gothic</vt:lpstr>
      <vt:lpstr>HY중고딕</vt:lpstr>
      <vt:lpstr>Tahoma</vt:lpstr>
      <vt:lpstr>Times New Roman</vt:lpstr>
      <vt:lpstr>Wingdings</vt:lpstr>
      <vt:lpstr>Wingdings 3</vt:lpstr>
      <vt:lpstr>Wisp</vt:lpstr>
      <vt:lpstr>PowerPoint Presentation</vt:lpstr>
      <vt:lpstr>MỤC LỤC</vt:lpstr>
      <vt:lpstr>GIỚI THIỆU CHUNG  </vt:lpstr>
      <vt:lpstr>ERD vs LƯỢC ĐỒ QUAN HỆ</vt:lpstr>
      <vt:lpstr>SẢN PHẨM CÔNG NGHỆ THÔNG TIN</vt:lpstr>
      <vt:lpstr>Tạo tài khoản cho nhân viên</vt:lpstr>
      <vt:lpstr>Thay đổi mật khẩu</vt:lpstr>
      <vt:lpstr>Thay đổi thông tin cá nhân</vt:lpstr>
      <vt:lpstr>Quản lý phòng ban</vt:lpstr>
      <vt:lpstr>Quản lý nhân viên</vt:lpstr>
      <vt:lpstr>Quản lý chấm công</vt:lpstr>
      <vt:lpstr>Quản lý chức vụ</vt:lpstr>
      <vt:lpstr>Quản lý lương</vt:lpstr>
      <vt:lpstr>Quản lý khen thưởng</vt:lpstr>
      <vt:lpstr>Quản lý phụ cấp</vt:lpstr>
      <vt:lpstr>Quản lý bảo hiểm</vt:lpstr>
      <vt:lpstr>Quản lý hợp đồng</vt:lpstr>
      <vt:lpstr>Quản lý TDHV</vt:lpstr>
      <vt:lpstr>Thống kê</vt:lpstr>
      <vt:lpstr>SẢN PHẨM CÔNG NGHỆ THÔNG TIN</vt:lpstr>
      <vt:lpstr>SẢN PHẨM CÔNG NGHỆ THÔNG TIN</vt:lpstr>
      <vt:lpstr>KẾT LUẬN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Từ Từ</dc:creator>
  <cp:lastModifiedBy>tran diep</cp:lastModifiedBy>
  <cp:revision>81</cp:revision>
  <dcterms:created xsi:type="dcterms:W3CDTF">2016-11-30T01:46:55Z</dcterms:created>
  <dcterms:modified xsi:type="dcterms:W3CDTF">2019-11-16T13:49:08Z</dcterms:modified>
</cp:coreProperties>
</file>